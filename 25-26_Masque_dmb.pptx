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4"/>
  </p:sldMasterIdLst>
  <p:notesMasterIdLst>
    <p:notesMasterId r:id="rId7"/>
  </p:notesMasterIdLst>
  <p:handoutMasterIdLst>
    <p:handoutMasterId r:id="rId8"/>
  </p:handoutMasterIdLst>
  <p:sldIdLst>
    <p:sldId id="256" r:id="rId5"/>
    <p:sldId id="257" r:id="rId6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0FE"/>
    <a:srgbClr val="FFD810"/>
    <a:srgbClr val="0C00FC"/>
    <a:srgbClr val="251E47"/>
    <a:srgbClr val="44B8CB"/>
    <a:srgbClr val="FFD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4"/>
    <p:restoredTop sz="92988"/>
  </p:normalViewPr>
  <p:slideViewPr>
    <p:cSldViewPr snapToGrid="0" snapToObjects="1">
      <p:cViewPr varScale="1">
        <p:scale>
          <a:sx n="88" d="100"/>
          <a:sy n="88" d="100"/>
        </p:scale>
        <p:origin x="176" y="5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6" d="100"/>
          <a:sy n="76" d="100"/>
        </p:scale>
        <p:origin x="4160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BALIAN" userId="fb706a08-f3f6-486c-bc0d-f76b30a0ed09" providerId="ADAL" clId="{B64E4B63-3622-144F-A0F9-FE9F3BA227E2}"/>
    <pc:docChg chg="addSld delSld">
      <pc:chgData name="Jacques BALIAN" userId="fb706a08-f3f6-486c-bc0d-f76b30a0ed09" providerId="ADAL" clId="{B64E4B63-3622-144F-A0F9-FE9F3BA227E2}" dt="2024-09-12T14:41:04.516" v="5" actId="2696"/>
      <pc:docMkLst>
        <pc:docMk/>
      </pc:docMkLst>
      <pc:sldChg chg="new del">
        <pc:chgData name="Jacques BALIAN" userId="fb706a08-f3f6-486c-bc0d-f76b30a0ed09" providerId="ADAL" clId="{B64E4B63-3622-144F-A0F9-FE9F3BA227E2}" dt="2024-09-12T14:41:04.516" v="5" actId="2696"/>
        <pc:sldMkLst>
          <pc:docMk/>
          <pc:sldMk cId="1810519729" sldId="256"/>
        </pc:sldMkLst>
      </pc:sldChg>
      <pc:sldChg chg="new del">
        <pc:chgData name="Jacques BALIAN" userId="fb706a08-f3f6-486c-bc0d-f76b30a0ed09" providerId="ADAL" clId="{B64E4B63-3622-144F-A0F9-FE9F3BA227E2}" dt="2024-09-12T14:40:03.611" v="1" actId="2696"/>
        <pc:sldMkLst>
          <pc:docMk/>
          <pc:sldMk cId="1967052802" sldId="256"/>
        </pc:sldMkLst>
      </pc:sldChg>
      <pc:sldChg chg="new del">
        <pc:chgData name="Jacques BALIAN" userId="fb706a08-f3f6-486c-bc0d-f76b30a0ed09" providerId="ADAL" clId="{B64E4B63-3622-144F-A0F9-FE9F3BA227E2}" dt="2024-09-12T14:40:48.271" v="3" actId="2696"/>
        <pc:sldMkLst>
          <pc:docMk/>
          <pc:sldMk cId="4290684335" sldId="2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4F7F7B8-73C1-EA46-9985-6EDAF33517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359DAA-421E-7740-80A9-D56378CB9E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4B397-74AB-7244-BA2A-341CC8551BDB}" type="datetimeFigureOut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7A9193B-82AD-6B4A-8F2B-021FA9C381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3FE4C9-3E9E-A14E-B4E4-E8F18BACE3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57B0A-EDA3-5E4F-B4EF-4838CEEB3E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480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399" cy="496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1275" y="0"/>
            <a:ext cx="2946399" cy="496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04875" y="4716462"/>
            <a:ext cx="4987924" cy="44656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371600" marR="0" lvl="3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828800" marR="0" lvl="4" indent="0" algn="l" rtl="0">
              <a:spcBef>
                <a:spcPts val="36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399" cy="496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1275" y="9429750"/>
            <a:ext cx="2946399" cy="496887"/>
          </a:xfrm>
          <a:prstGeom prst="rect">
            <a:avLst/>
          </a:prstGeom>
          <a:noFill/>
          <a:ln>
            <a:noFill/>
          </a:ln>
        </p:spPr>
        <p:txBody>
          <a:bodyPr lIns="90200" tIns="45075" rIns="90200" bIns="450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‹N°›</a:t>
            </a:fld>
            <a:endParaRPr lang="fr-FR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23195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hape 153">
            <a:extLst>
              <a:ext uri="{FF2B5EF4-FFF2-40B4-BE49-F238E27FC236}">
                <a16:creationId xmlns:a16="http://schemas.microsoft.com/office/drawing/2014/main" id="{3ABB299E-3D6C-264E-A67C-D09FB82215DC}"/>
              </a:ext>
            </a:extLst>
          </p:cNvPr>
          <p:cNvCxnSpPr/>
          <p:nvPr userDrawn="1"/>
        </p:nvCxnSpPr>
        <p:spPr>
          <a:xfrm rot="10800000" flipH="1">
            <a:off x="4808110" y="3881878"/>
            <a:ext cx="419343" cy="418813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878206C-1A68-1B8A-7C3D-450B45A108D4}"/>
              </a:ext>
            </a:extLst>
          </p:cNvPr>
          <p:cNvSpPr/>
          <p:nvPr userDrawn="1"/>
        </p:nvSpPr>
        <p:spPr>
          <a:xfrm>
            <a:off x="0" y="2018805"/>
            <a:ext cx="10379612" cy="4839194"/>
          </a:xfrm>
          <a:prstGeom prst="rect">
            <a:avLst/>
          </a:prstGeom>
          <a:solidFill>
            <a:srgbClr val="0C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365FE5-E60D-86D8-B104-5BCA9084506C}"/>
              </a:ext>
            </a:extLst>
          </p:cNvPr>
          <p:cNvSpPr/>
          <p:nvPr userDrawn="1"/>
        </p:nvSpPr>
        <p:spPr>
          <a:xfrm>
            <a:off x="8567225" y="1041401"/>
            <a:ext cx="3624774" cy="4551324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cxnSp>
        <p:nvCxnSpPr>
          <p:cNvPr id="12" name="Shape 153">
            <a:extLst>
              <a:ext uri="{FF2B5EF4-FFF2-40B4-BE49-F238E27FC236}">
                <a16:creationId xmlns:a16="http://schemas.microsoft.com/office/drawing/2014/main" id="{CE722757-ECE8-CCC2-7046-BEB372307A7D}"/>
              </a:ext>
            </a:extLst>
          </p:cNvPr>
          <p:cNvCxnSpPr/>
          <p:nvPr userDrawn="1"/>
        </p:nvCxnSpPr>
        <p:spPr>
          <a:xfrm rot="10800000" flipH="1">
            <a:off x="4808110" y="3881878"/>
            <a:ext cx="419343" cy="418813"/>
          </a:xfrm>
          <a:prstGeom prst="straightConnector1">
            <a:avLst/>
          </a:prstGeom>
          <a:noFill/>
          <a:ln>
            <a:noFill/>
          </a:ln>
        </p:spPr>
      </p:cxnSp>
      <p:pic>
        <p:nvPicPr>
          <p:cNvPr id="13" name="Image 12" descr="Une image contenant texte, Police, capture d’écran, blanc&#10;&#10;Description générée automatiquement">
            <a:extLst>
              <a:ext uri="{FF2B5EF4-FFF2-40B4-BE49-F238E27FC236}">
                <a16:creationId xmlns:a16="http://schemas.microsoft.com/office/drawing/2014/main" id="{D5A7409D-2622-FD83-8FBD-B1316B3AFD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9475" y="0"/>
            <a:ext cx="3771903" cy="942975"/>
          </a:xfrm>
          <a:prstGeom prst="rect">
            <a:avLst/>
          </a:prstGeom>
        </p:spPr>
      </p:pic>
      <p:pic>
        <p:nvPicPr>
          <p:cNvPr id="14" name="Image 13" descr="Une image contenant Police, capture d’écran, Graphique, texte&#10;&#10;Description générée automatiquement">
            <a:extLst>
              <a:ext uri="{FF2B5EF4-FFF2-40B4-BE49-F238E27FC236}">
                <a16:creationId xmlns:a16="http://schemas.microsoft.com/office/drawing/2014/main" id="{B411C384-CC96-6C5D-0FB5-4C221406F4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116" y="227864"/>
            <a:ext cx="5150157" cy="123932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BDEC11E-A534-3405-4FD1-444A8A06BD16}"/>
              </a:ext>
            </a:extLst>
          </p:cNvPr>
          <p:cNvSpPr/>
          <p:nvPr userDrawn="1"/>
        </p:nvSpPr>
        <p:spPr>
          <a:xfrm>
            <a:off x="985653" y="2018806"/>
            <a:ext cx="9393234" cy="356079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F111DC-C5A0-693B-EA68-1A1E4E438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64" y="2706226"/>
            <a:ext cx="9205468" cy="783768"/>
          </a:xfrm>
        </p:spPr>
        <p:txBody>
          <a:bodyPr/>
          <a:lstStyle>
            <a:lvl1pPr algn="ctr">
              <a:defRPr sz="4400" b="1">
                <a:ln>
                  <a:solidFill>
                    <a:schemeClr val="bg1"/>
                  </a:solidFill>
                </a:ln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 du diaporama</a:t>
            </a:r>
          </a:p>
        </p:txBody>
      </p:sp>
      <p:sp>
        <p:nvSpPr>
          <p:cNvPr id="4" name="Espace réservé du texte 62">
            <a:extLst>
              <a:ext uri="{FF2B5EF4-FFF2-40B4-BE49-F238E27FC236}">
                <a16:creationId xmlns:a16="http://schemas.microsoft.com/office/drawing/2014/main" id="{4410888F-49C8-FF6E-5E19-65C24EB321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8563" y="3504062"/>
            <a:ext cx="9205469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>
            <a:lvl1pPr marL="182563" indent="-138113" algn="ctr">
              <a:buNone/>
              <a:tabLst/>
              <a:defRPr lang="fr-FR" sz="3600" dirty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47425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uverture avec étudi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habits, personne, sourire, chaussures&#10;&#10;Description générée automatiquement">
            <a:extLst>
              <a:ext uri="{FF2B5EF4-FFF2-40B4-BE49-F238E27FC236}">
                <a16:creationId xmlns:a16="http://schemas.microsoft.com/office/drawing/2014/main" id="{29A8ADD1-AF50-9993-B81F-CD952F3AE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6988"/>
            <a:ext cx="7865086" cy="4081130"/>
          </a:xfrm>
          <a:prstGeom prst="rect">
            <a:avLst/>
          </a:prstGeom>
        </p:spPr>
      </p:pic>
      <p:pic>
        <p:nvPicPr>
          <p:cNvPr id="3" name="Image 2" descr="Une image contenant bâtiment, personne, brique, extérieur&#10;&#10;Description générée automatiquement">
            <a:extLst>
              <a:ext uri="{FF2B5EF4-FFF2-40B4-BE49-F238E27FC236}">
                <a16:creationId xmlns:a16="http://schemas.microsoft.com/office/drawing/2014/main" id="{D1C9F389-3691-9A43-992F-3DF1C875EB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7865085" y="3841538"/>
            <a:ext cx="4326913" cy="3019075"/>
          </a:xfrm>
          <a:prstGeom prst="rect">
            <a:avLst/>
          </a:prstGeom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244DFF-FC92-8E46-BB23-04B01BED08EC}"/>
              </a:ext>
            </a:extLst>
          </p:cNvPr>
          <p:cNvSpPr/>
          <p:nvPr userDrawn="1"/>
        </p:nvSpPr>
        <p:spPr>
          <a:xfrm>
            <a:off x="7865085" y="-6988"/>
            <a:ext cx="4326915" cy="3888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E7A91C-8914-384F-8EF6-8653AE9C9886}"/>
              </a:ext>
            </a:extLst>
          </p:cNvPr>
          <p:cNvSpPr/>
          <p:nvPr userDrawn="1"/>
        </p:nvSpPr>
        <p:spPr>
          <a:xfrm>
            <a:off x="1" y="2990309"/>
            <a:ext cx="7865086" cy="3888866"/>
          </a:xfrm>
          <a:prstGeom prst="rect">
            <a:avLst/>
          </a:prstGeom>
          <a:solidFill>
            <a:srgbClr val="0C0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53623B-F98D-DC48-B829-B6F701397C6D}"/>
              </a:ext>
            </a:extLst>
          </p:cNvPr>
          <p:cNvSpPr/>
          <p:nvPr userDrawn="1"/>
        </p:nvSpPr>
        <p:spPr>
          <a:xfrm>
            <a:off x="2213113" y="1679928"/>
            <a:ext cx="7765773" cy="3888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cxnSp>
        <p:nvCxnSpPr>
          <p:cNvPr id="13" name="Shape 153">
            <a:extLst>
              <a:ext uri="{FF2B5EF4-FFF2-40B4-BE49-F238E27FC236}">
                <a16:creationId xmlns:a16="http://schemas.microsoft.com/office/drawing/2014/main" id="{57F124BC-1520-6843-93CF-B5545B364A6D}"/>
              </a:ext>
            </a:extLst>
          </p:cNvPr>
          <p:cNvCxnSpPr/>
          <p:nvPr userDrawn="1"/>
        </p:nvCxnSpPr>
        <p:spPr>
          <a:xfrm rot="10800000" flipH="1">
            <a:off x="4808110" y="3881878"/>
            <a:ext cx="419343" cy="418813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45C4F923-57E8-5748-B53F-A8B1E2129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03362" y="1770927"/>
            <a:ext cx="7558268" cy="2680794"/>
          </a:xfrm>
        </p:spPr>
        <p:txBody>
          <a:bodyPr/>
          <a:lstStyle>
            <a:lvl1pPr marL="203200" indent="0" algn="ctr">
              <a:buNone/>
              <a:defRPr sz="3600" b="1" i="0">
                <a:solidFill>
                  <a:srgbClr val="0C00FE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 du diaporama</a:t>
            </a:r>
          </a:p>
        </p:txBody>
      </p:sp>
      <p:pic>
        <p:nvPicPr>
          <p:cNvPr id="4" name="Image 3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39C59F5A-325A-01D1-A948-07B9726227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8365"/>
          <a:stretch/>
        </p:blipFill>
        <p:spPr>
          <a:xfrm>
            <a:off x="3835974" y="4493433"/>
            <a:ext cx="4565144" cy="910176"/>
          </a:xfrm>
          <a:prstGeom prst="rect">
            <a:avLst/>
          </a:prstGeom>
        </p:spPr>
      </p:pic>
      <p:sp>
        <p:nvSpPr>
          <p:cNvPr id="2" name="Espace réservé du texte 62">
            <a:extLst>
              <a:ext uri="{FF2B5EF4-FFF2-40B4-BE49-F238E27FC236}">
                <a16:creationId xmlns:a16="http://schemas.microsoft.com/office/drawing/2014/main" id="{C14E5534-E77E-FCE7-C2C1-0C9C2A380F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73000" y="2680983"/>
            <a:ext cx="7585276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203200" indent="0" algn="ctr">
              <a:buNone/>
              <a:defRPr lang="fr-FR" sz="2800" dirty="0">
                <a:solidFill>
                  <a:srgbClr val="0C00FE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85565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Nuage de mots en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 5">
            <a:extLst>
              <a:ext uri="{FF2B5EF4-FFF2-40B4-BE49-F238E27FC236}">
                <a16:creationId xmlns:a16="http://schemas.microsoft.com/office/drawing/2014/main" id="{120E1B66-0016-4344-8C63-03154C922558}"/>
              </a:ext>
            </a:extLst>
          </p:cNvPr>
          <p:cNvSpPr/>
          <p:nvPr userDrawn="1"/>
        </p:nvSpPr>
        <p:spPr>
          <a:xfrm>
            <a:off x="8484908" y="1734449"/>
            <a:ext cx="1003088" cy="3617695"/>
          </a:xfrm>
          <a:custGeom>
            <a:avLst/>
            <a:gdLst>
              <a:gd name="connsiteX0" fmla="*/ 487018 w 815009"/>
              <a:gd name="connsiteY0" fmla="*/ 0 h 3766930"/>
              <a:gd name="connsiteX1" fmla="*/ 815009 w 815009"/>
              <a:gd name="connsiteY1" fmla="*/ 0 h 3766930"/>
              <a:gd name="connsiteX2" fmla="*/ 815009 w 815009"/>
              <a:gd name="connsiteY2" fmla="*/ 3766930 h 3766930"/>
              <a:gd name="connsiteX3" fmla="*/ 0 w 815009"/>
              <a:gd name="connsiteY3" fmla="*/ 3766930 h 376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009" h="3766930">
                <a:moveTo>
                  <a:pt x="487018" y="0"/>
                </a:moveTo>
                <a:lnTo>
                  <a:pt x="815009" y="0"/>
                </a:lnTo>
                <a:lnTo>
                  <a:pt x="815009" y="3766930"/>
                </a:lnTo>
                <a:lnTo>
                  <a:pt x="0" y="3766930"/>
                </a:lnTo>
              </a:path>
            </a:pathLst>
          </a:custGeom>
          <a:noFill/>
          <a:ln>
            <a:solidFill>
              <a:srgbClr val="0C0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8B2DC4FA-7675-CE49-9A2E-E896406A3E91}"/>
              </a:ext>
            </a:extLst>
          </p:cNvPr>
          <p:cNvSpPr/>
          <p:nvPr userDrawn="1"/>
        </p:nvSpPr>
        <p:spPr>
          <a:xfrm flipH="1">
            <a:off x="2285068" y="1848913"/>
            <a:ext cx="1003088" cy="3532986"/>
          </a:xfrm>
          <a:custGeom>
            <a:avLst/>
            <a:gdLst>
              <a:gd name="connsiteX0" fmla="*/ 487018 w 815009"/>
              <a:gd name="connsiteY0" fmla="*/ 0 h 3766930"/>
              <a:gd name="connsiteX1" fmla="*/ 815009 w 815009"/>
              <a:gd name="connsiteY1" fmla="*/ 0 h 3766930"/>
              <a:gd name="connsiteX2" fmla="*/ 815009 w 815009"/>
              <a:gd name="connsiteY2" fmla="*/ 3766930 h 3766930"/>
              <a:gd name="connsiteX3" fmla="*/ 0 w 815009"/>
              <a:gd name="connsiteY3" fmla="*/ 3766930 h 376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009" h="3766930">
                <a:moveTo>
                  <a:pt x="487018" y="0"/>
                </a:moveTo>
                <a:lnTo>
                  <a:pt x="815009" y="0"/>
                </a:lnTo>
                <a:lnTo>
                  <a:pt x="815009" y="3766930"/>
                </a:lnTo>
                <a:lnTo>
                  <a:pt x="0" y="3766930"/>
                </a:lnTo>
              </a:path>
            </a:pathLst>
          </a:custGeom>
          <a:noFill/>
          <a:ln>
            <a:solidFill>
              <a:srgbClr val="0C0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>
              <a:solidFill>
                <a:srgbClr val="0C00FE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AC5980-EA3F-F34C-AEE4-ABB1B081ADDC}"/>
              </a:ext>
            </a:extLst>
          </p:cNvPr>
          <p:cNvSpPr/>
          <p:nvPr/>
        </p:nvSpPr>
        <p:spPr>
          <a:xfrm>
            <a:off x="2875572" y="3058780"/>
            <a:ext cx="1363422" cy="969035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C43967-A432-8543-B6B3-46C498FD17F3}"/>
              </a:ext>
            </a:extLst>
          </p:cNvPr>
          <p:cNvSpPr/>
          <p:nvPr/>
        </p:nvSpPr>
        <p:spPr>
          <a:xfrm>
            <a:off x="4191100" y="3058780"/>
            <a:ext cx="2648448" cy="971774"/>
          </a:xfrm>
          <a:prstGeom prst="rect">
            <a:avLst/>
          </a:prstGeom>
          <a:solidFill>
            <a:srgbClr val="0C0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108BDE-E1D0-3944-9699-B2E3D4446BE9}"/>
              </a:ext>
            </a:extLst>
          </p:cNvPr>
          <p:cNvSpPr/>
          <p:nvPr/>
        </p:nvSpPr>
        <p:spPr>
          <a:xfrm>
            <a:off x="4181017" y="4029968"/>
            <a:ext cx="2658531" cy="9078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C9E9785-7B41-A64C-844F-D9D8BF24B9B0}"/>
              </a:ext>
            </a:extLst>
          </p:cNvPr>
          <p:cNvSpPr/>
          <p:nvPr/>
        </p:nvSpPr>
        <p:spPr>
          <a:xfrm>
            <a:off x="2871878" y="4027816"/>
            <a:ext cx="1319221" cy="909986"/>
          </a:xfrm>
          <a:prstGeom prst="rect">
            <a:avLst/>
          </a:prstGeom>
          <a:solidFill>
            <a:srgbClr val="0C0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03B604-23C1-F64C-9BE5-CF81CBE7C5C0}"/>
              </a:ext>
            </a:extLst>
          </p:cNvPr>
          <p:cNvSpPr/>
          <p:nvPr/>
        </p:nvSpPr>
        <p:spPr>
          <a:xfrm>
            <a:off x="6839548" y="4029967"/>
            <a:ext cx="2071283" cy="907834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7230523-C448-6D4A-82B7-504FA5864A41}"/>
              </a:ext>
            </a:extLst>
          </p:cNvPr>
          <p:cNvSpPr/>
          <p:nvPr/>
        </p:nvSpPr>
        <p:spPr>
          <a:xfrm>
            <a:off x="4911980" y="1530103"/>
            <a:ext cx="1990577" cy="1587828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1C7272-8B2A-ED4B-8967-E626DA10B428}"/>
              </a:ext>
            </a:extLst>
          </p:cNvPr>
          <p:cNvSpPr/>
          <p:nvPr/>
        </p:nvSpPr>
        <p:spPr>
          <a:xfrm>
            <a:off x="2875573" y="1530103"/>
            <a:ext cx="2036407" cy="15878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1E7862-F01F-B147-988A-60FC798B3986}"/>
              </a:ext>
            </a:extLst>
          </p:cNvPr>
          <p:cNvSpPr/>
          <p:nvPr/>
        </p:nvSpPr>
        <p:spPr>
          <a:xfrm>
            <a:off x="6839549" y="1530103"/>
            <a:ext cx="2071283" cy="1627148"/>
          </a:xfrm>
          <a:prstGeom prst="rect">
            <a:avLst/>
          </a:prstGeom>
          <a:solidFill>
            <a:srgbClr val="0C0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0D86FB4-6B3A-4041-AC27-B959FBCA9504}"/>
              </a:ext>
            </a:extLst>
          </p:cNvPr>
          <p:cNvSpPr/>
          <p:nvPr/>
        </p:nvSpPr>
        <p:spPr>
          <a:xfrm>
            <a:off x="6839549" y="3122719"/>
            <a:ext cx="2071283" cy="90783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53" name="Espace réservé du texte 52">
            <a:extLst>
              <a:ext uri="{FF2B5EF4-FFF2-40B4-BE49-F238E27FC236}">
                <a16:creationId xmlns:a16="http://schemas.microsoft.com/office/drawing/2014/main" id="{D7CADADE-3354-5B4C-8B01-562D06A3C0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8877" y="1673051"/>
            <a:ext cx="1759066" cy="1316334"/>
          </a:xfrm>
        </p:spPr>
        <p:txBody>
          <a:bodyPr anchor="ctr"/>
          <a:lstStyle>
            <a:lvl1pPr marL="88900" indent="0" algn="ctr">
              <a:buNone/>
              <a:tabLst/>
              <a:defRPr sz="20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Mot-clé</a:t>
            </a:r>
          </a:p>
        </p:txBody>
      </p:sp>
      <p:sp>
        <p:nvSpPr>
          <p:cNvPr id="54" name="Espace réservé du texte 52">
            <a:extLst>
              <a:ext uri="{FF2B5EF4-FFF2-40B4-BE49-F238E27FC236}">
                <a16:creationId xmlns:a16="http://schemas.microsoft.com/office/drawing/2014/main" id="{5715DCCE-87EB-A040-9E45-ADCE341D7E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51012" y="1673051"/>
            <a:ext cx="1655234" cy="1316334"/>
          </a:xfrm>
        </p:spPr>
        <p:txBody>
          <a:bodyPr anchor="ctr"/>
          <a:lstStyle>
            <a:lvl1pPr marL="44450" indent="0" algn="ctr" rtl="0">
              <a:buNone/>
              <a:tabLst/>
              <a:defRPr sz="2000" b="0" i="0">
                <a:solidFill>
                  <a:srgbClr val="0C00FE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Mot-clé</a:t>
            </a:r>
          </a:p>
        </p:txBody>
      </p:sp>
      <p:sp>
        <p:nvSpPr>
          <p:cNvPr id="55" name="Espace réservé du texte 52">
            <a:extLst>
              <a:ext uri="{FF2B5EF4-FFF2-40B4-BE49-F238E27FC236}">
                <a16:creationId xmlns:a16="http://schemas.microsoft.com/office/drawing/2014/main" id="{6A4B8EEE-41DC-C34E-BE40-0A2DC4BABC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83604" y="1685510"/>
            <a:ext cx="1783582" cy="1316334"/>
          </a:xfrm>
        </p:spPr>
        <p:txBody>
          <a:bodyPr anchor="ctr"/>
          <a:lstStyle>
            <a:lvl1pPr marL="7938" indent="0" algn="ctr">
              <a:buNone/>
              <a:tabLst/>
              <a:defRPr sz="20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Mot-clé</a:t>
            </a:r>
          </a:p>
        </p:txBody>
      </p:sp>
      <p:sp>
        <p:nvSpPr>
          <p:cNvPr id="56" name="Espace réservé du texte 52">
            <a:extLst>
              <a:ext uri="{FF2B5EF4-FFF2-40B4-BE49-F238E27FC236}">
                <a16:creationId xmlns:a16="http://schemas.microsoft.com/office/drawing/2014/main" id="{E84F75FA-90AD-4D42-A012-C601F660DE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99127" y="3225520"/>
            <a:ext cx="1058670" cy="695535"/>
          </a:xfrm>
        </p:spPr>
        <p:txBody>
          <a:bodyPr anchor="ctr"/>
          <a:lstStyle>
            <a:lvl1pPr marL="44450" indent="0" algn="ctr">
              <a:buNone/>
              <a:tabLst/>
              <a:defRPr sz="2000" b="0" i="0">
                <a:solidFill>
                  <a:srgbClr val="0C00FE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Mot-clé</a:t>
            </a:r>
          </a:p>
        </p:txBody>
      </p:sp>
      <p:sp>
        <p:nvSpPr>
          <p:cNvPr id="57" name="Espace réservé du texte 52">
            <a:extLst>
              <a:ext uri="{FF2B5EF4-FFF2-40B4-BE49-F238E27FC236}">
                <a16:creationId xmlns:a16="http://schemas.microsoft.com/office/drawing/2014/main" id="{14815F3D-BF7D-9A44-854F-D6FFD29C5E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0040" y="3225519"/>
            <a:ext cx="2386205" cy="678207"/>
          </a:xfrm>
        </p:spPr>
        <p:txBody>
          <a:bodyPr anchor="ctr"/>
          <a:lstStyle>
            <a:lvl1pPr marL="203200" indent="0" algn="ctr">
              <a:buNone/>
              <a:defRPr sz="20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noProof="0" dirty="0"/>
              <a:t>Mot-clé</a:t>
            </a:r>
          </a:p>
        </p:txBody>
      </p:sp>
      <p:sp>
        <p:nvSpPr>
          <p:cNvPr id="58" name="Espace réservé du texte 52">
            <a:extLst>
              <a:ext uri="{FF2B5EF4-FFF2-40B4-BE49-F238E27FC236}">
                <a16:creationId xmlns:a16="http://schemas.microsoft.com/office/drawing/2014/main" id="{9F5B5548-0A60-694C-B496-6A7E975A28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72850" y="3232392"/>
            <a:ext cx="1794335" cy="678207"/>
          </a:xfrm>
        </p:spPr>
        <p:txBody>
          <a:bodyPr anchor="ctr"/>
          <a:lstStyle>
            <a:lvl1pPr marL="203200" indent="0" algn="ctr">
              <a:buNone/>
              <a:defRPr sz="20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noProof="0" dirty="0"/>
              <a:t>Mot-clé</a:t>
            </a:r>
          </a:p>
        </p:txBody>
      </p:sp>
      <p:sp>
        <p:nvSpPr>
          <p:cNvPr id="59" name="Espace réservé du texte 52">
            <a:extLst>
              <a:ext uri="{FF2B5EF4-FFF2-40B4-BE49-F238E27FC236}">
                <a16:creationId xmlns:a16="http://schemas.microsoft.com/office/drawing/2014/main" id="{3B850EB9-95BD-514D-819E-07C22AD0BF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179" y="4143705"/>
            <a:ext cx="2386205" cy="678207"/>
          </a:xfrm>
        </p:spPr>
        <p:txBody>
          <a:bodyPr anchor="ctr"/>
          <a:lstStyle>
            <a:lvl1pPr marL="44450" indent="158750" algn="ctr">
              <a:buNone/>
              <a:tabLst/>
              <a:defRPr sz="20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noProof="0" dirty="0"/>
              <a:t>Mot-clé</a:t>
            </a:r>
          </a:p>
        </p:txBody>
      </p:sp>
      <p:sp>
        <p:nvSpPr>
          <p:cNvPr id="60" name="Espace réservé du texte 52">
            <a:extLst>
              <a:ext uri="{FF2B5EF4-FFF2-40B4-BE49-F238E27FC236}">
                <a16:creationId xmlns:a16="http://schemas.microsoft.com/office/drawing/2014/main" id="{4E84920F-B8AC-964D-89E6-12FF459A1B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0204" y="4126377"/>
            <a:ext cx="1058670" cy="695535"/>
          </a:xfrm>
        </p:spPr>
        <p:txBody>
          <a:bodyPr anchor="ctr"/>
          <a:lstStyle>
            <a:lvl1pPr marL="44450" indent="0" algn="ctr">
              <a:buNone/>
              <a:tabLst/>
              <a:defRPr sz="20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Mot-clé</a:t>
            </a:r>
          </a:p>
        </p:txBody>
      </p:sp>
      <p:sp>
        <p:nvSpPr>
          <p:cNvPr id="61" name="Espace réservé du texte 52">
            <a:extLst>
              <a:ext uri="{FF2B5EF4-FFF2-40B4-BE49-F238E27FC236}">
                <a16:creationId xmlns:a16="http://schemas.microsoft.com/office/drawing/2014/main" id="{086F4984-0B21-1E47-ABDD-2405D423739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83604" y="4143704"/>
            <a:ext cx="1794335" cy="678207"/>
          </a:xfrm>
        </p:spPr>
        <p:txBody>
          <a:bodyPr anchor="ctr"/>
          <a:lstStyle>
            <a:lvl1pPr marL="7938" indent="0" algn="ctr">
              <a:buNone/>
              <a:tabLst/>
              <a:defRPr sz="20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noProof="0" dirty="0"/>
              <a:t>Mot-clé</a:t>
            </a:r>
          </a:p>
        </p:txBody>
      </p:sp>
      <p:sp>
        <p:nvSpPr>
          <p:cNvPr id="63" name="Espace réservé du texte 62">
            <a:extLst>
              <a:ext uri="{FF2B5EF4-FFF2-40B4-BE49-F238E27FC236}">
                <a16:creationId xmlns:a16="http://schemas.microsoft.com/office/drawing/2014/main" id="{6048BECE-AE8E-1B45-BD1F-8EB56C9227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73425" y="5059222"/>
            <a:ext cx="4456112" cy="520700"/>
          </a:xfrm>
        </p:spPr>
        <p:txBody>
          <a:bodyPr anchor="ctr"/>
          <a:lstStyle>
            <a:lvl1pPr marL="203200" indent="0" algn="ctr">
              <a:buNone/>
              <a:defRPr sz="2800" b="1" i="0">
                <a:solidFill>
                  <a:srgbClr val="0C00FE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 du nuage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8BEA782-A6ED-829C-A479-E44DD025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208007"/>
            <a:ext cx="10515600" cy="783768"/>
          </a:xfrm>
        </p:spPr>
        <p:txBody>
          <a:bodyPr/>
          <a:lstStyle>
            <a:lvl1pPr algn="l">
              <a:defRPr sz="3200" b="1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0" name="Espace réservé du pied de page 1">
            <a:extLst>
              <a:ext uri="{FF2B5EF4-FFF2-40B4-BE49-F238E27FC236}">
                <a16:creationId xmlns:a16="http://schemas.microsoft.com/office/drawing/2014/main" id="{943DAFB4-2480-3EFA-0245-C8648E844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 dirty="0"/>
              <a:t>Titre de l’intervention – nom de l’intervenant</a:t>
            </a:r>
          </a:p>
        </p:txBody>
      </p:sp>
      <p:pic>
        <p:nvPicPr>
          <p:cNvPr id="12" name="Image 11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055D7D78-D7C5-6418-B545-3A164806A2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35"/>
          <a:stretch/>
        </p:blipFill>
        <p:spPr>
          <a:xfrm>
            <a:off x="347171" y="6136640"/>
            <a:ext cx="1993411" cy="721360"/>
          </a:xfrm>
          <a:prstGeom prst="rect">
            <a:avLst/>
          </a:prstGeom>
        </p:spPr>
      </p:pic>
      <p:sp>
        <p:nvSpPr>
          <p:cNvPr id="2" name="Shape 59">
            <a:extLst>
              <a:ext uri="{FF2B5EF4-FFF2-40B4-BE49-F238E27FC236}">
                <a16:creationId xmlns:a16="http://schemas.microsoft.com/office/drawing/2014/main" id="{D4253ED1-1A9B-6412-B2CD-7A0B4DDAF98D}"/>
              </a:ext>
            </a:extLst>
          </p:cNvPr>
          <p:cNvSpPr txBox="1">
            <a:spLocks/>
          </p:cNvSpPr>
          <p:nvPr userDrawn="1"/>
        </p:nvSpPr>
        <p:spPr>
          <a:xfrm>
            <a:off x="9858824" y="6362703"/>
            <a:ext cx="2167718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C00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</a:pPr>
            <a:fld id="{00000000-1234-1234-1234-123412341234}" type="slidenum">
              <a:rPr lang="fr-FR" smtClean="0"/>
              <a:pPr algn="r">
                <a:buSzPct val="25000"/>
              </a:pPr>
              <a:t>‹N°›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CA5D2-6486-B9BF-CE12-A9F82F722DAE}"/>
              </a:ext>
            </a:extLst>
          </p:cNvPr>
          <p:cNvSpPr/>
          <p:nvPr userDrawn="1"/>
        </p:nvSpPr>
        <p:spPr>
          <a:xfrm>
            <a:off x="0" y="767496"/>
            <a:ext cx="682133" cy="152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92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xte avec EFAP H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E5DF33-99BA-D9E8-6BFF-8268F6698D22}"/>
              </a:ext>
            </a:extLst>
          </p:cNvPr>
          <p:cNvSpPr/>
          <p:nvPr userDrawn="1"/>
        </p:nvSpPr>
        <p:spPr>
          <a:xfrm>
            <a:off x="0" y="767496"/>
            <a:ext cx="682133" cy="152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DBD7233F-D77A-57BA-C364-0DD21B7A8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208007"/>
            <a:ext cx="10515600" cy="783768"/>
          </a:xfrm>
        </p:spPr>
        <p:txBody>
          <a:bodyPr/>
          <a:lstStyle>
            <a:lvl1pPr algn="l">
              <a:defRPr sz="3200" b="1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577890A9-D9BE-26B8-D8A1-69F82B3F6E27}"/>
              </a:ext>
            </a:extLst>
          </p:cNvPr>
          <p:cNvSpPr txBox="1">
            <a:spLocks/>
          </p:cNvSpPr>
          <p:nvPr userDrawn="1"/>
        </p:nvSpPr>
        <p:spPr>
          <a:xfrm>
            <a:off x="8542614" y="1609910"/>
            <a:ext cx="2208285" cy="78376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3200" b="1" i="0" u="none" strike="noStrike" cap="none">
                <a:solidFill>
                  <a:srgbClr val="0C00FC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l"/>
            <a:r>
              <a:rPr lang="fr-FR" sz="2800" b="0" dirty="0">
                <a:solidFill>
                  <a:schemeClr val="bg1"/>
                </a:solidFill>
              </a:rPr>
              <a:t>titre</a:t>
            </a:r>
          </a:p>
        </p:txBody>
      </p:sp>
      <p:sp>
        <p:nvSpPr>
          <p:cNvPr id="14" name="Espace réservé du texte 62">
            <a:extLst>
              <a:ext uri="{FF2B5EF4-FFF2-40B4-BE49-F238E27FC236}">
                <a16:creationId xmlns:a16="http://schemas.microsoft.com/office/drawing/2014/main" id="{2BD225EC-17E2-497B-A76D-B3FA36E2D9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2723" y="1317506"/>
            <a:ext cx="10515600" cy="45986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546100" indent="-342900">
              <a:buClr>
                <a:srgbClr val="FFD810"/>
              </a:buClr>
              <a:buSzPct val="100000"/>
              <a:buFontTx/>
              <a:buBlip>
                <a:blip r:embed="rId2"/>
              </a:buBlip>
              <a:tabLst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 Texte</a:t>
            </a:r>
          </a:p>
          <a:p>
            <a:pPr marL="342900" lvl="0" indent="-139700"/>
            <a:r>
              <a:rPr lang="fr-FR" dirty="0"/>
              <a:t> Texte</a:t>
            </a:r>
          </a:p>
          <a:p>
            <a:pPr marL="342900" lvl="0" indent="-139700"/>
            <a:endParaRPr lang="fr-FR" dirty="0"/>
          </a:p>
        </p:txBody>
      </p:sp>
      <p:sp>
        <p:nvSpPr>
          <p:cNvPr id="9" name="Espace réservé du pied de page 1">
            <a:extLst>
              <a:ext uri="{FF2B5EF4-FFF2-40B4-BE49-F238E27FC236}">
                <a16:creationId xmlns:a16="http://schemas.microsoft.com/office/drawing/2014/main" id="{7552F64B-AEC8-B9D8-9E8B-19089A9D1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 dirty="0"/>
              <a:t>Titre de l’intervention – nom de l’intervenant - Date</a:t>
            </a:r>
          </a:p>
        </p:txBody>
      </p:sp>
      <p:pic>
        <p:nvPicPr>
          <p:cNvPr id="4" name="Image 3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C5024D5B-1E21-1D74-7952-188C8485C3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35"/>
          <a:stretch/>
        </p:blipFill>
        <p:spPr>
          <a:xfrm>
            <a:off x="347171" y="6136640"/>
            <a:ext cx="1993411" cy="721360"/>
          </a:xfrm>
          <a:prstGeom prst="rect">
            <a:avLst/>
          </a:prstGeom>
        </p:spPr>
      </p:pic>
      <p:pic>
        <p:nvPicPr>
          <p:cNvPr id="8" name="Image 7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7CB3B518-BF6C-C781-CAF2-AE014F3B83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8363"/>
          <a:stretch/>
        </p:blipFill>
        <p:spPr>
          <a:xfrm>
            <a:off x="10137010" y="5996742"/>
            <a:ext cx="1450655" cy="7837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71CAC7-DE91-0E59-805E-690A41293835}"/>
              </a:ext>
            </a:extLst>
          </p:cNvPr>
          <p:cNvSpPr/>
          <p:nvPr userDrawn="1"/>
        </p:nvSpPr>
        <p:spPr>
          <a:xfrm rot="16200000">
            <a:off x="8596011" y="3262011"/>
            <a:ext cx="6858000" cy="333978"/>
          </a:xfrm>
          <a:prstGeom prst="rect">
            <a:avLst/>
          </a:prstGeom>
          <a:solidFill>
            <a:srgbClr val="0C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9C1A53-78DC-EA4B-BC6A-E56562253BA5}"/>
              </a:ext>
            </a:extLst>
          </p:cNvPr>
          <p:cNvSpPr/>
          <p:nvPr userDrawn="1"/>
        </p:nvSpPr>
        <p:spPr>
          <a:xfrm>
            <a:off x="6155141" y="927572"/>
            <a:ext cx="6035318" cy="4213035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C9A74-98A3-FF40-8D0F-1120203EA202}"/>
              </a:ext>
            </a:extLst>
          </p:cNvPr>
          <p:cNvSpPr/>
          <p:nvPr userDrawn="1"/>
        </p:nvSpPr>
        <p:spPr>
          <a:xfrm>
            <a:off x="0" y="1713243"/>
            <a:ext cx="12060820" cy="3567129"/>
          </a:xfrm>
          <a:prstGeom prst="rect">
            <a:avLst/>
          </a:prstGeom>
          <a:solidFill>
            <a:srgbClr val="0C00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BAA06DB2-5300-D54A-8C5A-2FA512E13A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6678" y="1713244"/>
            <a:ext cx="5904142" cy="3431514"/>
          </a:xfrm>
          <a:prstGeom prst="rect">
            <a:avLst/>
          </a:prstGeom>
        </p:spPr>
        <p:txBody>
          <a:bodyPr/>
          <a:lstStyle>
            <a:lvl1pPr marL="203200" indent="0">
              <a:buNone/>
              <a:defRPr sz="2400" b="1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D4267DF4-AC89-EB4B-A882-77E087B5C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924" y="1809290"/>
            <a:ext cx="6035318" cy="3203413"/>
          </a:xfrm>
          <a:prstGeom prst="rect">
            <a:avLst/>
          </a:prstGeom>
        </p:spPr>
        <p:txBody>
          <a:bodyPr/>
          <a:lstStyle>
            <a:lvl1pPr marL="203200" indent="0" algn="ctr" rtl="0">
              <a:buNone/>
              <a:defRPr sz="24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 ou citation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BB8CCDFC-4DB4-6640-BB58-0FFA8913E4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5435741"/>
            <a:ext cx="12192000" cy="490538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FontTx/>
              <a:buNone/>
              <a:defRPr sz="2800" b="0" i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35F09D-6470-C3C8-5421-86B754DE5261}"/>
              </a:ext>
            </a:extLst>
          </p:cNvPr>
          <p:cNvSpPr/>
          <p:nvPr userDrawn="1"/>
        </p:nvSpPr>
        <p:spPr>
          <a:xfrm>
            <a:off x="-1186" y="5109139"/>
            <a:ext cx="781886" cy="171477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BB435420-79C5-D08E-150A-F35CB16EB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208007"/>
            <a:ext cx="10515600" cy="783768"/>
          </a:xfrm>
        </p:spPr>
        <p:txBody>
          <a:bodyPr/>
          <a:lstStyle>
            <a:lvl1pPr algn="l">
              <a:defRPr sz="3200" b="1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1">
            <a:extLst>
              <a:ext uri="{FF2B5EF4-FFF2-40B4-BE49-F238E27FC236}">
                <a16:creationId xmlns:a16="http://schemas.microsoft.com/office/drawing/2014/main" id="{DF697EEA-BA3E-9541-1A59-4889AB54F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 dirty="0"/>
              <a:t>Titre de l’intervention – nom de l’intervenant</a:t>
            </a:r>
          </a:p>
        </p:txBody>
      </p:sp>
      <p:pic>
        <p:nvPicPr>
          <p:cNvPr id="4" name="Image 3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8670A011-70B9-6A7B-1B58-42B49CFFB7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35"/>
          <a:stretch/>
        </p:blipFill>
        <p:spPr>
          <a:xfrm>
            <a:off x="347171" y="6136640"/>
            <a:ext cx="1993411" cy="721360"/>
          </a:xfrm>
          <a:prstGeom prst="rect">
            <a:avLst/>
          </a:prstGeom>
        </p:spPr>
      </p:pic>
      <p:sp>
        <p:nvSpPr>
          <p:cNvPr id="10" name="Shape 59">
            <a:extLst>
              <a:ext uri="{FF2B5EF4-FFF2-40B4-BE49-F238E27FC236}">
                <a16:creationId xmlns:a16="http://schemas.microsoft.com/office/drawing/2014/main" id="{723B3A42-1EAF-62E8-073F-8479A8C2A16F}"/>
              </a:ext>
            </a:extLst>
          </p:cNvPr>
          <p:cNvSpPr txBox="1">
            <a:spLocks/>
          </p:cNvSpPr>
          <p:nvPr userDrawn="1"/>
        </p:nvSpPr>
        <p:spPr>
          <a:xfrm>
            <a:off x="9858824" y="6362703"/>
            <a:ext cx="2167718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C00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</a:pPr>
            <a:fld id="{00000000-1234-1234-1234-123412341234}" type="slidenum">
              <a:rPr lang="fr-FR" smtClean="0"/>
              <a:pPr algn="r">
                <a:buSzPct val="25000"/>
              </a:pPr>
              <a:t>‹N°›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FBCD2E-6658-BC8E-2A7E-85939B6F71C3}"/>
              </a:ext>
            </a:extLst>
          </p:cNvPr>
          <p:cNvSpPr/>
          <p:nvPr userDrawn="1"/>
        </p:nvSpPr>
        <p:spPr>
          <a:xfrm>
            <a:off x="0" y="767496"/>
            <a:ext cx="682133" cy="152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62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 Bibliograph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BC6BBA2-CD5E-9385-E35D-A112E6035941}"/>
              </a:ext>
            </a:extLst>
          </p:cNvPr>
          <p:cNvSpPr/>
          <p:nvPr userDrawn="1"/>
        </p:nvSpPr>
        <p:spPr>
          <a:xfrm>
            <a:off x="562778" y="5251243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18" name="Espace réservé du texte 62">
            <a:extLst>
              <a:ext uri="{FF2B5EF4-FFF2-40B4-BE49-F238E27FC236}">
                <a16:creationId xmlns:a16="http://schemas.microsoft.com/office/drawing/2014/main" id="{FCA23909-E8A8-3D88-B1B0-1904BBB9D63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4072" y="4050607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A5A628-DF78-726D-2EF3-846391FEE589}"/>
              </a:ext>
            </a:extLst>
          </p:cNvPr>
          <p:cNvSpPr/>
          <p:nvPr userDrawn="1"/>
        </p:nvSpPr>
        <p:spPr>
          <a:xfrm>
            <a:off x="562778" y="4450117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16" name="Espace réservé du texte 62">
            <a:extLst>
              <a:ext uri="{FF2B5EF4-FFF2-40B4-BE49-F238E27FC236}">
                <a16:creationId xmlns:a16="http://schemas.microsoft.com/office/drawing/2014/main" id="{52A6EB90-9AAB-21F4-656D-7247F456D8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40557" y="1563543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9566C9-6320-CF61-8B5F-55BC4218F142}"/>
              </a:ext>
            </a:extLst>
          </p:cNvPr>
          <p:cNvSpPr/>
          <p:nvPr userDrawn="1"/>
        </p:nvSpPr>
        <p:spPr>
          <a:xfrm>
            <a:off x="6079263" y="1971439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13" name="Espace réservé du texte 62">
            <a:extLst>
              <a:ext uri="{FF2B5EF4-FFF2-40B4-BE49-F238E27FC236}">
                <a16:creationId xmlns:a16="http://schemas.microsoft.com/office/drawing/2014/main" id="{81E51C4B-4791-C364-32BB-4085248E16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4072" y="3240611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D93817-FE2A-C130-7F57-51AAEFFAFA27}"/>
              </a:ext>
            </a:extLst>
          </p:cNvPr>
          <p:cNvSpPr/>
          <p:nvPr userDrawn="1"/>
        </p:nvSpPr>
        <p:spPr>
          <a:xfrm>
            <a:off x="562778" y="3640121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11" name="Espace réservé du texte 62">
            <a:extLst>
              <a:ext uri="{FF2B5EF4-FFF2-40B4-BE49-F238E27FC236}">
                <a16:creationId xmlns:a16="http://schemas.microsoft.com/office/drawing/2014/main" id="{E897499D-BF44-EE83-1F5A-327E4C254A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4072" y="2405485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43B009-EB9D-A1B7-28A5-43B6CCF1DF97}"/>
              </a:ext>
            </a:extLst>
          </p:cNvPr>
          <p:cNvSpPr/>
          <p:nvPr userDrawn="1"/>
        </p:nvSpPr>
        <p:spPr>
          <a:xfrm>
            <a:off x="562778" y="2804995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7" name="Espace réservé du texte 62">
            <a:extLst>
              <a:ext uri="{FF2B5EF4-FFF2-40B4-BE49-F238E27FC236}">
                <a16:creationId xmlns:a16="http://schemas.microsoft.com/office/drawing/2014/main" id="{5EE5D573-13F9-DBEF-F68F-5B2B66378E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4072" y="1563543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7026FE16-BF79-91B2-3D8E-85185571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208007"/>
            <a:ext cx="10515600" cy="783768"/>
          </a:xfrm>
        </p:spPr>
        <p:txBody>
          <a:bodyPr/>
          <a:lstStyle>
            <a:lvl1pPr algn="l">
              <a:defRPr sz="3200" b="1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8" name="Espace réservé du texte 62">
            <a:extLst>
              <a:ext uri="{FF2B5EF4-FFF2-40B4-BE49-F238E27FC236}">
                <a16:creationId xmlns:a16="http://schemas.microsoft.com/office/drawing/2014/main" id="{6C550F03-9269-B389-6B1D-8106D71E46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072" y="4854832"/>
            <a:ext cx="4336280" cy="590277"/>
          </a:xfrm>
          <a:prstGeom prst="rect">
            <a:avLst/>
          </a:prstGeom>
        </p:spPr>
        <p:txBody>
          <a:bodyPr anchor="ctr"/>
          <a:lstStyle>
            <a:lvl1pPr marL="203200" indent="0" algn="l">
              <a:buNone/>
              <a:defRPr sz="24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8" name="Espace réservé du pied de page 1">
            <a:extLst>
              <a:ext uri="{FF2B5EF4-FFF2-40B4-BE49-F238E27FC236}">
                <a16:creationId xmlns:a16="http://schemas.microsoft.com/office/drawing/2014/main" id="{222F91FE-90BF-E7E7-63F7-145C183C2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/>
              <a:t>Titre de l’intervention – nom de l’intervenant</a:t>
            </a:r>
            <a:endParaRPr lang="fr-FR" dirty="0"/>
          </a:p>
        </p:txBody>
      </p:sp>
      <p:pic>
        <p:nvPicPr>
          <p:cNvPr id="4" name="Image 3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A4E63287-DFD2-1E25-C55F-FFC0706BC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35"/>
          <a:stretch/>
        </p:blipFill>
        <p:spPr>
          <a:xfrm>
            <a:off x="347171" y="6136640"/>
            <a:ext cx="1993411" cy="7213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B342B0-9F6D-0C1E-C9C6-05CD9896E904}"/>
              </a:ext>
            </a:extLst>
          </p:cNvPr>
          <p:cNvSpPr/>
          <p:nvPr userDrawn="1"/>
        </p:nvSpPr>
        <p:spPr>
          <a:xfrm rot="16200000">
            <a:off x="8901566" y="2956456"/>
            <a:ext cx="6246890" cy="333978"/>
          </a:xfrm>
          <a:prstGeom prst="rect">
            <a:avLst/>
          </a:prstGeom>
          <a:solidFill>
            <a:srgbClr val="0C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Shape 59">
            <a:extLst>
              <a:ext uri="{FF2B5EF4-FFF2-40B4-BE49-F238E27FC236}">
                <a16:creationId xmlns:a16="http://schemas.microsoft.com/office/drawing/2014/main" id="{C2D389D7-4531-8F98-E365-14F744B8EC2A}"/>
              </a:ext>
            </a:extLst>
          </p:cNvPr>
          <p:cNvSpPr txBox="1">
            <a:spLocks/>
          </p:cNvSpPr>
          <p:nvPr userDrawn="1"/>
        </p:nvSpPr>
        <p:spPr>
          <a:xfrm>
            <a:off x="9858824" y="6362703"/>
            <a:ext cx="2167718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C00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</a:pPr>
            <a:fld id="{00000000-1234-1234-1234-123412341234}" type="slidenum">
              <a:rPr lang="fr-FR" smtClean="0"/>
              <a:pPr algn="r">
                <a:buSzPct val="25000"/>
              </a:pPr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80221-2357-3446-F50D-D784FEB78241}"/>
              </a:ext>
            </a:extLst>
          </p:cNvPr>
          <p:cNvSpPr/>
          <p:nvPr userDrawn="1"/>
        </p:nvSpPr>
        <p:spPr>
          <a:xfrm>
            <a:off x="0" y="757732"/>
            <a:ext cx="678335" cy="152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AD85C1-1750-CAD9-93D1-F1DEE1DD5F88}"/>
              </a:ext>
            </a:extLst>
          </p:cNvPr>
          <p:cNvSpPr/>
          <p:nvPr userDrawn="1"/>
        </p:nvSpPr>
        <p:spPr>
          <a:xfrm>
            <a:off x="562778" y="1963053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24" name="Espace réservé du texte 62">
            <a:extLst>
              <a:ext uri="{FF2B5EF4-FFF2-40B4-BE49-F238E27FC236}">
                <a16:creationId xmlns:a16="http://schemas.microsoft.com/office/drawing/2014/main" id="{F16B240C-523F-2CCE-3898-72E1DE6DA3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40557" y="2407751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B186DB-BE6B-219A-9B9B-E5EC06C0C70B}"/>
              </a:ext>
            </a:extLst>
          </p:cNvPr>
          <p:cNvSpPr/>
          <p:nvPr userDrawn="1"/>
        </p:nvSpPr>
        <p:spPr>
          <a:xfrm>
            <a:off x="6079263" y="2815647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37" name="Espace réservé du texte 62">
            <a:extLst>
              <a:ext uri="{FF2B5EF4-FFF2-40B4-BE49-F238E27FC236}">
                <a16:creationId xmlns:a16="http://schemas.microsoft.com/office/drawing/2014/main" id="{D2B97B51-BD41-2EB5-AF5F-8B3EF79EDB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40557" y="3237483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F90E34-3A58-AD28-288B-E6C290B18FE6}"/>
              </a:ext>
            </a:extLst>
          </p:cNvPr>
          <p:cNvSpPr/>
          <p:nvPr userDrawn="1"/>
        </p:nvSpPr>
        <p:spPr>
          <a:xfrm>
            <a:off x="6079263" y="3645379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41" name="Espace réservé du texte 62">
            <a:extLst>
              <a:ext uri="{FF2B5EF4-FFF2-40B4-BE49-F238E27FC236}">
                <a16:creationId xmlns:a16="http://schemas.microsoft.com/office/drawing/2014/main" id="{A972056A-869A-6053-686C-0CD8F524D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40557" y="4053579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FF2D400-59FE-730B-99CE-0D5712F5BE8D}"/>
              </a:ext>
            </a:extLst>
          </p:cNvPr>
          <p:cNvSpPr/>
          <p:nvPr userDrawn="1"/>
        </p:nvSpPr>
        <p:spPr>
          <a:xfrm>
            <a:off x="6079263" y="4461475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  <p:sp>
        <p:nvSpPr>
          <p:cNvPr id="43" name="Espace réservé du texte 62">
            <a:extLst>
              <a:ext uri="{FF2B5EF4-FFF2-40B4-BE49-F238E27FC236}">
                <a16:creationId xmlns:a16="http://schemas.microsoft.com/office/drawing/2014/main" id="{56FB159E-8988-8C1B-E6B4-10330A4ACC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7294" y="4851220"/>
            <a:ext cx="4336280" cy="5902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rmAutofit/>
          </a:bodyPr>
          <a:lstStyle>
            <a:lvl1pPr marL="203200" indent="0">
              <a:buNone/>
              <a:defRPr lang="fr-FR" sz="2400" dirty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139700"/>
            <a:r>
              <a:rPr lang="fr-FR" dirty="0"/>
              <a:t>Texte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3AD922-1CBC-32FB-C8F6-89DEC0927669}"/>
              </a:ext>
            </a:extLst>
          </p:cNvPr>
          <p:cNvSpPr/>
          <p:nvPr userDrawn="1"/>
        </p:nvSpPr>
        <p:spPr>
          <a:xfrm>
            <a:off x="6096000" y="5259116"/>
            <a:ext cx="396795" cy="89419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6657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 Six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752F70-7511-3F2A-C6E8-357D9765E8D1}"/>
              </a:ext>
            </a:extLst>
          </p:cNvPr>
          <p:cNvSpPr/>
          <p:nvPr userDrawn="1"/>
        </p:nvSpPr>
        <p:spPr>
          <a:xfrm>
            <a:off x="940312" y="1856649"/>
            <a:ext cx="831286" cy="880352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texte 62">
            <a:extLst>
              <a:ext uri="{FF2B5EF4-FFF2-40B4-BE49-F238E27FC236}">
                <a16:creationId xmlns:a16="http://schemas.microsoft.com/office/drawing/2014/main" id="{DD9E0D00-3D10-A279-076C-AC9F41ADA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888" y="1849250"/>
            <a:ext cx="831286" cy="864000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3000" b="1" i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1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50DF60DE-BA80-1CCB-8CDE-11BBF4EB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208007"/>
            <a:ext cx="10515600" cy="783768"/>
          </a:xfrm>
        </p:spPr>
        <p:txBody>
          <a:bodyPr/>
          <a:lstStyle>
            <a:lvl1pPr algn="l">
              <a:defRPr sz="3200" b="1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EF926DD3-FE5F-2B70-A54F-32FF1B32F39A}"/>
              </a:ext>
            </a:extLst>
          </p:cNvPr>
          <p:cNvGrpSpPr/>
          <p:nvPr userDrawn="1"/>
        </p:nvGrpSpPr>
        <p:grpSpPr>
          <a:xfrm>
            <a:off x="1286070" y="2721809"/>
            <a:ext cx="108000" cy="520960"/>
            <a:chOff x="1348346" y="2692800"/>
            <a:chExt cx="108000" cy="520960"/>
          </a:xfrm>
        </p:grpSpPr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05848B76-30DD-190D-8625-30FBD06BBB0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412240" y="2692800"/>
              <a:ext cx="6463" cy="466960"/>
            </a:xfrm>
            <a:prstGeom prst="line">
              <a:avLst/>
            </a:prstGeom>
            <a:ln>
              <a:solidFill>
                <a:srgbClr val="0C00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15FA550F-1725-0988-2FA8-677C6B304748}"/>
                </a:ext>
              </a:extLst>
            </p:cNvPr>
            <p:cNvSpPr/>
            <p:nvPr userDrawn="1"/>
          </p:nvSpPr>
          <p:spPr>
            <a:xfrm>
              <a:off x="1348346" y="310576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C00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2" name="Espace réservé du texte 24">
            <a:extLst>
              <a:ext uri="{FF2B5EF4-FFF2-40B4-BE49-F238E27FC236}">
                <a16:creationId xmlns:a16="http://schemas.microsoft.com/office/drawing/2014/main" id="{66FA9032-31B8-AC0A-4C98-C702FD81D5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819" y="3469052"/>
            <a:ext cx="1342390" cy="461637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2000" b="1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63" name="Espace réservé du texte 24">
            <a:extLst>
              <a:ext uri="{FF2B5EF4-FFF2-40B4-BE49-F238E27FC236}">
                <a16:creationId xmlns:a16="http://schemas.microsoft.com/office/drawing/2014/main" id="{36521F8B-C948-F7FB-2C8F-98AF0263F2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8819" y="4015041"/>
            <a:ext cx="1342390" cy="1214848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18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64" name="Espace réservé du texte 24">
            <a:extLst>
              <a:ext uri="{FF2B5EF4-FFF2-40B4-BE49-F238E27FC236}">
                <a16:creationId xmlns:a16="http://schemas.microsoft.com/office/drawing/2014/main" id="{309D1931-6FFD-EB76-89E7-66C8E49DB8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44228" y="3469052"/>
            <a:ext cx="1342390" cy="461637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2000" b="1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65" name="Espace réservé du texte 24">
            <a:extLst>
              <a:ext uri="{FF2B5EF4-FFF2-40B4-BE49-F238E27FC236}">
                <a16:creationId xmlns:a16="http://schemas.microsoft.com/office/drawing/2014/main" id="{9E28AFCD-6C04-7169-CBE3-5A690BDDA8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44228" y="4015041"/>
            <a:ext cx="1342390" cy="1214848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18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66" name="Espace réservé du texte 24">
            <a:extLst>
              <a:ext uri="{FF2B5EF4-FFF2-40B4-BE49-F238E27FC236}">
                <a16:creationId xmlns:a16="http://schemas.microsoft.com/office/drawing/2014/main" id="{9B4FC988-B43C-7AF3-6716-A92BBE5A5E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69637" y="3461080"/>
            <a:ext cx="1342390" cy="461637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2000" b="1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67" name="Espace réservé du texte 24">
            <a:extLst>
              <a:ext uri="{FF2B5EF4-FFF2-40B4-BE49-F238E27FC236}">
                <a16:creationId xmlns:a16="http://schemas.microsoft.com/office/drawing/2014/main" id="{74114C28-787E-2673-1402-48D728BB5BA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69637" y="4007069"/>
            <a:ext cx="1342390" cy="1214848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18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68" name="Espace réservé du texte 24">
            <a:extLst>
              <a:ext uri="{FF2B5EF4-FFF2-40B4-BE49-F238E27FC236}">
                <a16:creationId xmlns:a16="http://schemas.microsoft.com/office/drawing/2014/main" id="{B1C9A7C1-E64D-A71F-857F-1F1257BCB3C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95046" y="3461080"/>
            <a:ext cx="1342390" cy="461637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2000" b="1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69" name="Espace réservé du texte 24">
            <a:extLst>
              <a:ext uri="{FF2B5EF4-FFF2-40B4-BE49-F238E27FC236}">
                <a16:creationId xmlns:a16="http://schemas.microsoft.com/office/drawing/2014/main" id="{CB4731D4-CCA1-6468-995F-E578DF53292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95046" y="4007069"/>
            <a:ext cx="1342390" cy="1214848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18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70" name="Espace réservé du texte 24">
            <a:extLst>
              <a:ext uri="{FF2B5EF4-FFF2-40B4-BE49-F238E27FC236}">
                <a16:creationId xmlns:a16="http://schemas.microsoft.com/office/drawing/2014/main" id="{38A31657-33C6-A5E8-457C-6C0B72BEAB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82556" y="3461080"/>
            <a:ext cx="1342390" cy="461637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2000" b="1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71" name="Espace réservé du texte 24">
            <a:extLst>
              <a:ext uri="{FF2B5EF4-FFF2-40B4-BE49-F238E27FC236}">
                <a16:creationId xmlns:a16="http://schemas.microsoft.com/office/drawing/2014/main" id="{7B6526A4-AF6B-AC49-9C68-59B43630B0F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82556" y="4007069"/>
            <a:ext cx="1342390" cy="1214848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18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72" name="Espace réservé du texte 24">
            <a:extLst>
              <a:ext uri="{FF2B5EF4-FFF2-40B4-BE49-F238E27FC236}">
                <a16:creationId xmlns:a16="http://schemas.microsoft.com/office/drawing/2014/main" id="{B35851AF-F45A-30AE-7AB0-8666F6B94C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07965" y="3461080"/>
            <a:ext cx="1342390" cy="461637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2000" b="1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73" name="Espace réservé du texte 24">
            <a:extLst>
              <a:ext uri="{FF2B5EF4-FFF2-40B4-BE49-F238E27FC236}">
                <a16:creationId xmlns:a16="http://schemas.microsoft.com/office/drawing/2014/main" id="{A59BFEF7-096C-FFF5-5A5F-982D93E065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07965" y="4007069"/>
            <a:ext cx="1342390" cy="1214848"/>
          </a:xfrm>
          <a:prstGeom prst="rect">
            <a:avLst/>
          </a:prstGeom>
        </p:spPr>
        <p:txBody>
          <a:bodyPr/>
          <a:lstStyle>
            <a:lvl1pPr marL="9525" indent="0" algn="ctr">
              <a:buNone/>
              <a:tabLst/>
              <a:defRPr sz="1800" b="0" i="0">
                <a:solidFill>
                  <a:srgbClr val="00206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74" name="Espace réservé du pied de page 1">
            <a:extLst>
              <a:ext uri="{FF2B5EF4-FFF2-40B4-BE49-F238E27FC236}">
                <a16:creationId xmlns:a16="http://schemas.microsoft.com/office/drawing/2014/main" id="{4B0040E2-596D-0612-BEEF-F1247D259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 dirty="0"/>
              <a:t>Titre de l’intervention – nom de l’intervenant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D89EBA-F3F7-1398-21E2-A4DCAF9068BE}"/>
              </a:ext>
            </a:extLst>
          </p:cNvPr>
          <p:cNvSpPr/>
          <p:nvPr userDrawn="1"/>
        </p:nvSpPr>
        <p:spPr>
          <a:xfrm rot="16200000">
            <a:off x="8902612" y="2956454"/>
            <a:ext cx="6246890" cy="333978"/>
          </a:xfrm>
          <a:prstGeom prst="rect">
            <a:avLst/>
          </a:prstGeom>
          <a:solidFill>
            <a:srgbClr val="0C00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pic>
        <p:nvPicPr>
          <p:cNvPr id="6" name="Image 5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E7FBBA73-2FB5-8AAC-F7AB-7310A3BEC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35"/>
          <a:stretch/>
        </p:blipFill>
        <p:spPr>
          <a:xfrm>
            <a:off x="347171" y="6136640"/>
            <a:ext cx="1993411" cy="7213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E0D27D-5C58-64AE-4224-F4EFA0D0C896}"/>
              </a:ext>
            </a:extLst>
          </p:cNvPr>
          <p:cNvSpPr/>
          <p:nvPr userDrawn="1"/>
        </p:nvSpPr>
        <p:spPr>
          <a:xfrm>
            <a:off x="2681326" y="1856649"/>
            <a:ext cx="831286" cy="880352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texte 62">
            <a:extLst>
              <a:ext uri="{FF2B5EF4-FFF2-40B4-BE49-F238E27FC236}">
                <a16:creationId xmlns:a16="http://schemas.microsoft.com/office/drawing/2014/main" id="{9B860E1F-F943-CEE6-FEB5-1447F64D90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64902" y="1849250"/>
            <a:ext cx="831286" cy="864000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3000" b="1" i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2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CF98BC2-721C-BEEB-4469-72EA1C6FC30A}"/>
              </a:ext>
            </a:extLst>
          </p:cNvPr>
          <p:cNvGrpSpPr/>
          <p:nvPr userDrawn="1"/>
        </p:nvGrpSpPr>
        <p:grpSpPr>
          <a:xfrm>
            <a:off x="3027084" y="2721809"/>
            <a:ext cx="108000" cy="520960"/>
            <a:chOff x="1348346" y="2692800"/>
            <a:chExt cx="108000" cy="520960"/>
          </a:xfrm>
        </p:grpSpPr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B06FBC72-AA96-2DCF-51B5-E88098E9B0F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412240" y="2692800"/>
              <a:ext cx="6463" cy="466960"/>
            </a:xfrm>
            <a:prstGeom prst="line">
              <a:avLst/>
            </a:prstGeom>
            <a:ln>
              <a:solidFill>
                <a:srgbClr val="0C00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779DB772-0091-FD54-85D6-945D3D18D7BA}"/>
                </a:ext>
              </a:extLst>
            </p:cNvPr>
            <p:cNvSpPr/>
            <p:nvPr userDrawn="1"/>
          </p:nvSpPr>
          <p:spPr>
            <a:xfrm>
              <a:off x="1348346" y="310576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C00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DB9A346-87F3-CD8D-A6C5-A0CEABE3B135}"/>
              </a:ext>
            </a:extLst>
          </p:cNvPr>
          <p:cNvSpPr/>
          <p:nvPr userDrawn="1"/>
        </p:nvSpPr>
        <p:spPr>
          <a:xfrm>
            <a:off x="4427485" y="1856649"/>
            <a:ext cx="831286" cy="880352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space réservé du texte 62">
            <a:extLst>
              <a:ext uri="{FF2B5EF4-FFF2-40B4-BE49-F238E27FC236}">
                <a16:creationId xmlns:a16="http://schemas.microsoft.com/office/drawing/2014/main" id="{C12981B5-BD85-F27B-FD97-3AFCB39C85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11061" y="1849250"/>
            <a:ext cx="831286" cy="864000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3000" b="1" i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3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27C6EEB-32E1-8C3C-7BEE-0D7E0A23F9DD}"/>
              </a:ext>
            </a:extLst>
          </p:cNvPr>
          <p:cNvGrpSpPr/>
          <p:nvPr userDrawn="1"/>
        </p:nvGrpSpPr>
        <p:grpSpPr>
          <a:xfrm>
            <a:off x="4773243" y="2721809"/>
            <a:ext cx="108000" cy="520960"/>
            <a:chOff x="1348346" y="2692800"/>
            <a:chExt cx="108000" cy="520960"/>
          </a:xfrm>
        </p:grpSpPr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48C297FA-37ED-CF1D-7244-21591601202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412240" y="2692800"/>
              <a:ext cx="6463" cy="466960"/>
            </a:xfrm>
            <a:prstGeom prst="line">
              <a:avLst/>
            </a:prstGeom>
            <a:ln>
              <a:solidFill>
                <a:srgbClr val="0C00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25D35250-91E6-97F8-81EB-D0F978D939D0}"/>
                </a:ext>
              </a:extLst>
            </p:cNvPr>
            <p:cNvSpPr/>
            <p:nvPr userDrawn="1"/>
          </p:nvSpPr>
          <p:spPr>
            <a:xfrm>
              <a:off x="1348346" y="310576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C00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8FDB4EC6-6CE0-6E2C-96EA-7728167D92B5}"/>
              </a:ext>
            </a:extLst>
          </p:cNvPr>
          <p:cNvSpPr/>
          <p:nvPr userDrawn="1"/>
        </p:nvSpPr>
        <p:spPr>
          <a:xfrm>
            <a:off x="6155554" y="1856649"/>
            <a:ext cx="831286" cy="880352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space réservé du texte 62">
            <a:extLst>
              <a:ext uri="{FF2B5EF4-FFF2-40B4-BE49-F238E27FC236}">
                <a16:creationId xmlns:a16="http://schemas.microsoft.com/office/drawing/2014/main" id="{AF4285C5-388C-B151-F942-483ACA0A19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39130" y="1849250"/>
            <a:ext cx="831286" cy="864000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3000" b="1" i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4</a:t>
            </a: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E76FBA3C-51C8-FE45-F80A-B213D1D90E55}"/>
              </a:ext>
            </a:extLst>
          </p:cNvPr>
          <p:cNvGrpSpPr/>
          <p:nvPr userDrawn="1"/>
        </p:nvGrpSpPr>
        <p:grpSpPr>
          <a:xfrm>
            <a:off x="6501312" y="2721809"/>
            <a:ext cx="108000" cy="520960"/>
            <a:chOff x="1348346" y="2692800"/>
            <a:chExt cx="108000" cy="520960"/>
          </a:xfrm>
        </p:grpSpPr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A03DDC67-0940-FE9B-25AF-9493D62F3B3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412240" y="2692800"/>
              <a:ext cx="6463" cy="466960"/>
            </a:xfrm>
            <a:prstGeom prst="line">
              <a:avLst/>
            </a:prstGeom>
            <a:ln>
              <a:solidFill>
                <a:srgbClr val="0C00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D92809DD-3A1A-6F27-B858-F8EF888D89AF}"/>
                </a:ext>
              </a:extLst>
            </p:cNvPr>
            <p:cNvSpPr/>
            <p:nvPr userDrawn="1"/>
          </p:nvSpPr>
          <p:spPr>
            <a:xfrm>
              <a:off x="1348346" y="310576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C00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FBC0403-28D0-47C8-CB6E-EBF0AA395660}"/>
              </a:ext>
            </a:extLst>
          </p:cNvPr>
          <p:cNvSpPr/>
          <p:nvPr userDrawn="1"/>
        </p:nvSpPr>
        <p:spPr>
          <a:xfrm>
            <a:off x="7896568" y="1856649"/>
            <a:ext cx="831286" cy="880352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space réservé du texte 62">
            <a:extLst>
              <a:ext uri="{FF2B5EF4-FFF2-40B4-BE49-F238E27FC236}">
                <a16:creationId xmlns:a16="http://schemas.microsoft.com/office/drawing/2014/main" id="{9A2D265B-E2BB-4E74-8046-7A19B8B8E6E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880144" y="1849250"/>
            <a:ext cx="831286" cy="864000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3000" b="1" i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5</a:t>
            </a: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A771A532-894D-3AE3-7534-6A32F2203FE5}"/>
              </a:ext>
            </a:extLst>
          </p:cNvPr>
          <p:cNvGrpSpPr/>
          <p:nvPr userDrawn="1"/>
        </p:nvGrpSpPr>
        <p:grpSpPr>
          <a:xfrm>
            <a:off x="8242326" y="2721809"/>
            <a:ext cx="108000" cy="520960"/>
            <a:chOff x="1348346" y="2692800"/>
            <a:chExt cx="108000" cy="520960"/>
          </a:xfrm>
        </p:grpSpPr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056AFF6E-B2F8-8FBF-E87E-DDF44CA62E1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412240" y="2692800"/>
              <a:ext cx="6463" cy="466960"/>
            </a:xfrm>
            <a:prstGeom prst="line">
              <a:avLst/>
            </a:prstGeom>
            <a:ln>
              <a:solidFill>
                <a:srgbClr val="0C00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BEE3E3F-9134-9F63-288F-087C479B4474}"/>
                </a:ext>
              </a:extLst>
            </p:cNvPr>
            <p:cNvSpPr/>
            <p:nvPr userDrawn="1"/>
          </p:nvSpPr>
          <p:spPr>
            <a:xfrm>
              <a:off x="1348346" y="310576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C00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AF5488C5-CCFD-6252-82F4-1430FC1DA48A}"/>
              </a:ext>
            </a:extLst>
          </p:cNvPr>
          <p:cNvSpPr/>
          <p:nvPr userDrawn="1"/>
        </p:nvSpPr>
        <p:spPr>
          <a:xfrm>
            <a:off x="9642727" y="1856649"/>
            <a:ext cx="831286" cy="880352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space réservé du texte 62">
            <a:extLst>
              <a:ext uri="{FF2B5EF4-FFF2-40B4-BE49-F238E27FC236}">
                <a16:creationId xmlns:a16="http://schemas.microsoft.com/office/drawing/2014/main" id="{D1F0B14F-52B2-77BC-D08E-70C03413C12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626303" y="1849250"/>
            <a:ext cx="831286" cy="864000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3000" b="1" i="0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6</a:t>
            </a:r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8F1E1007-589F-7E49-C9A1-11D84F90057E}"/>
              </a:ext>
            </a:extLst>
          </p:cNvPr>
          <p:cNvGrpSpPr/>
          <p:nvPr userDrawn="1"/>
        </p:nvGrpSpPr>
        <p:grpSpPr>
          <a:xfrm>
            <a:off x="9988485" y="2721809"/>
            <a:ext cx="108000" cy="520960"/>
            <a:chOff x="1348346" y="2692800"/>
            <a:chExt cx="108000" cy="520960"/>
          </a:xfrm>
        </p:grpSpPr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CB87E394-57DF-C573-9BE2-58B646F52E0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412240" y="2692800"/>
              <a:ext cx="6463" cy="466960"/>
            </a:xfrm>
            <a:prstGeom prst="line">
              <a:avLst/>
            </a:prstGeom>
            <a:ln>
              <a:solidFill>
                <a:srgbClr val="0C00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8C90B660-DFA6-448A-ED09-D0B9D80DBEC7}"/>
                </a:ext>
              </a:extLst>
            </p:cNvPr>
            <p:cNvSpPr/>
            <p:nvPr userDrawn="1"/>
          </p:nvSpPr>
          <p:spPr>
            <a:xfrm>
              <a:off x="1348346" y="3105760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C00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Shape 59">
            <a:extLst>
              <a:ext uri="{FF2B5EF4-FFF2-40B4-BE49-F238E27FC236}">
                <a16:creationId xmlns:a16="http://schemas.microsoft.com/office/drawing/2014/main" id="{B67F3F49-F64F-B7B1-9BC1-34100EAEA1C9}"/>
              </a:ext>
            </a:extLst>
          </p:cNvPr>
          <p:cNvSpPr txBox="1">
            <a:spLocks/>
          </p:cNvSpPr>
          <p:nvPr userDrawn="1"/>
        </p:nvSpPr>
        <p:spPr>
          <a:xfrm>
            <a:off x="9858824" y="6362703"/>
            <a:ext cx="2167718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C00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</a:pPr>
            <a:fld id="{00000000-1234-1234-1234-123412341234}" type="slidenum">
              <a:rPr lang="fr-FR" smtClean="0"/>
              <a:pPr algn="r">
                <a:buSzPct val="25000"/>
              </a:pPr>
              <a:t>‹N°›</a:t>
            </a:fld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BEF0F-BC11-0A1A-533F-4CE0DFB9182C}"/>
              </a:ext>
            </a:extLst>
          </p:cNvPr>
          <p:cNvSpPr/>
          <p:nvPr userDrawn="1"/>
        </p:nvSpPr>
        <p:spPr>
          <a:xfrm>
            <a:off x="0" y="757732"/>
            <a:ext cx="678335" cy="152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3399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 Texte et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2D0CD1-B8B7-1944-AE45-1345E7CA9737}"/>
              </a:ext>
            </a:extLst>
          </p:cNvPr>
          <p:cNvSpPr/>
          <p:nvPr userDrawn="1"/>
        </p:nvSpPr>
        <p:spPr>
          <a:xfrm>
            <a:off x="0" y="0"/>
            <a:ext cx="12235772" cy="5836597"/>
          </a:xfrm>
          <a:prstGeom prst="rect">
            <a:avLst/>
          </a:prstGeom>
          <a:solidFill>
            <a:srgbClr val="0C00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solidFill>
                <a:schemeClr val="bg1"/>
              </a:solidFill>
            </a:endParaRPr>
          </a:p>
        </p:txBody>
      </p:sp>
      <p:sp>
        <p:nvSpPr>
          <p:cNvPr id="17" name="Espace réservé pour une image  15">
            <a:extLst>
              <a:ext uri="{FF2B5EF4-FFF2-40B4-BE49-F238E27FC236}">
                <a16:creationId xmlns:a16="http://schemas.microsoft.com/office/drawing/2014/main" id="{BAA06DB2-5300-D54A-8C5A-2FA512E13A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96103" y="1199782"/>
            <a:ext cx="2153403" cy="3043657"/>
          </a:xfrm>
          <a:prstGeom prst="rect">
            <a:avLst/>
          </a:prstGeom>
        </p:spPr>
        <p:txBody>
          <a:bodyPr/>
          <a:lstStyle>
            <a:lvl1pPr marL="203200" indent="0">
              <a:buNone/>
              <a:defRPr sz="2400" b="0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2DEFD66A-88EA-24E7-74F4-58875EDE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208007"/>
            <a:ext cx="10515600" cy="783768"/>
          </a:xfrm>
        </p:spPr>
        <p:txBody>
          <a:bodyPr/>
          <a:lstStyle>
            <a:lvl1pPr algn="l">
              <a:defRPr sz="3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pied de page 1">
            <a:extLst>
              <a:ext uri="{FF2B5EF4-FFF2-40B4-BE49-F238E27FC236}">
                <a16:creationId xmlns:a16="http://schemas.microsoft.com/office/drawing/2014/main" id="{7AE8A5E5-E963-7C85-D396-9D56846EB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 dirty="0"/>
              <a:t>Titre de l’intervention – nom de l’intervenant</a:t>
            </a:r>
          </a:p>
        </p:txBody>
      </p:sp>
      <p:sp>
        <p:nvSpPr>
          <p:cNvPr id="5" name="Espace réservé pour une image  15">
            <a:extLst>
              <a:ext uri="{FF2B5EF4-FFF2-40B4-BE49-F238E27FC236}">
                <a16:creationId xmlns:a16="http://schemas.microsoft.com/office/drawing/2014/main" id="{D5F34B7B-5E41-DE24-39A3-620DAB521D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5063" y="2530742"/>
            <a:ext cx="2153403" cy="3043657"/>
          </a:xfrm>
          <a:prstGeom prst="rect">
            <a:avLst/>
          </a:prstGeom>
        </p:spPr>
        <p:txBody>
          <a:bodyPr/>
          <a:lstStyle>
            <a:lvl1pPr marL="203200" indent="0">
              <a:buNone/>
              <a:defRPr sz="2400" b="0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pour une image  15">
            <a:extLst>
              <a:ext uri="{FF2B5EF4-FFF2-40B4-BE49-F238E27FC236}">
                <a16:creationId xmlns:a16="http://schemas.microsoft.com/office/drawing/2014/main" id="{2899DB60-D82D-8873-38EA-2FCD673B18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86628" y="1199781"/>
            <a:ext cx="3337026" cy="3043657"/>
          </a:xfrm>
          <a:prstGeom prst="rect">
            <a:avLst/>
          </a:prstGeom>
        </p:spPr>
        <p:txBody>
          <a:bodyPr/>
          <a:lstStyle>
            <a:lvl1pPr marL="203200" indent="0">
              <a:buNone/>
              <a:defRPr sz="2400" b="0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9" name="Espace réservé pour une image  15">
            <a:extLst>
              <a:ext uri="{FF2B5EF4-FFF2-40B4-BE49-F238E27FC236}">
                <a16:creationId xmlns:a16="http://schemas.microsoft.com/office/drawing/2014/main" id="{2C278F65-7D78-CAE7-2135-23CADB835A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84818" y="2614562"/>
            <a:ext cx="3029876" cy="3043657"/>
          </a:xfrm>
          <a:prstGeom prst="rect">
            <a:avLst/>
          </a:prstGeom>
        </p:spPr>
        <p:txBody>
          <a:bodyPr/>
          <a:lstStyle>
            <a:lvl1pPr marL="203200" indent="0">
              <a:buNone/>
              <a:defRPr sz="2400" b="0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3" name="Espace réservé pour une image  15">
            <a:extLst>
              <a:ext uri="{FF2B5EF4-FFF2-40B4-BE49-F238E27FC236}">
                <a16:creationId xmlns:a16="http://schemas.microsoft.com/office/drawing/2014/main" id="{F1DE5257-24B7-16E5-69F8-2BBEF644D9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63378" y="1199781"/>
            <a:ext cx="3337026" cy="1726299"/>
          </a:xfrm>
          <a:prstGeom prst="rect">
            <a:avLst/>
          </a:prstGeom>
        </p:spPr>
        <p:txBody>
          <a:bodyPr/>
          <a:lstStyle>
            <a:lvl1pPr marL="203200" indent="0">
              <a:buNone/>
              <a:defRPr sz="2400" b="0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14" name="Espace réservé du texte 62">
            <a:extLst>
              <a:ext uri="{FF2B5EF4-FFF2-40B4-BE49-F238E27FC236}">
                <a16:creationId xmlns:a16="http://schemas.microsoft.com/office/drawing/2014/main" id="{90FDED5D-F308-E896-018F-B53301738E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11529" y="4329799"/>
            <a:ext cx="1874132" cy="621029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20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15" name="Espace réservé du texte 62">
            <a:extLst>
              <a:ext uri="{FF2B5EF4-FFF2-40B4-BE49-F238E27FC236}">
                <a16:creationId xmlns:a16="http://schemas.microsoft.com/office/drawing/2014/main" id="{33D5C50A-C6BF-755E-B94C-AC57D07AE8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96030" y="4418988"/>
            <a:ext cx="1874132" cy="621029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20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16" name="Espace réservé du texte 62">
            <a:extLst>
              <a:ext uri="{FF2B5EF4-FFF2-40B4-BE49-F238E27FC236}">
                <a16:creationId xmlns:a16="http://schemas.microsoft.com/office/drawing/2014/main" id="{94C051AF-4D91-6D29-7EB5-DE56AD5EE2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72812" y="1521599"/>
            <a:ext cx="1874132" cy="621029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20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18" name="Espace réservé du texte 62">
            <a:extLst>
              <a:ext uri="{FF2B5EF4-FFF2-40B4-BE49-F238E27FC236}">
                <a16:creationId xmlns:a16="http://schemas.microsoft.com/office/drawing/2014/main" id="{95260C9F-C33D-A63D-36EB-B1A099C8596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223" y="4878999"/>
            <a:ext cx="1383076" cy="621029"/>
          </a:xfrm>
          <a:prstGeom prst="rect">
            <a:avLst/>
          </a:prstGeom>
        </p:spPr>
        <p:txBody>
          <a:bodyPr anchor="ctr"/>
          <a:lstStyle>
            <a:lvl1pPr marL="9525" indent="0" algn="ctr">
              <a:buNone/>
              <a:tabLst/>
              <a:defRPr sz="20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Texte</a:t>
            </a:r>
          </a:p>
        </p:txBody>
      </p:sp>
      <p:pic>
        <p:nvPicPr>
          <p:cNvPr id="8" name="Image 7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8FDC73D9-A3E6-3F54-7457-9AED9A97EA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35"/>
          <a:stretch/>
        </p:blipFill>
        <p:spPr>
          <a:xfrm>
            <a:off x="347171" y="6136640"/>
            <a:ext cx="1993411" cy="721360"/>
          </a:xfrm>
          <a:prstGeom prst="rect">
            <a:avLst/>
          </a:prstGeom>
        </p:spPr>
      </p:pic>
      <p:sp>
        <p:nvSpPr>
          <p:cNvPr id="2" name="Shape 59">
            <a:extLst>
              <a:ext uri="{FF2B5EF4-FFF2-40B4-BE49-F238E27FC236}">
                <a16:creationId xmlns:a16="http://schemas.microsoft.com/office/drawing/2014/main" id="{B5A1F2E5-1711-2338-4CBD-2705DC9573F0}"/>
              </a:ext>
            </a:extLst>
          </p:cNvPr>
          <p:cNvSpPr txBox="1">
            <a:spLocks/>
          </p:cNvSpPr>
          <p:nvPr userDrawn="1"/>
        </p:nvSpPr>
        <p:spPr>
          <a:xfrm>
            <a:off x="9858824" y="6362703"/>
            <a:ext cx="2167718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C00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</a:pPr>
            <a:fld id="{00000000-1234-1234-1234-123412341234}" type="slidenum">
              <a:rPr lang="fr-FR" smtClean="0"/>
              <a:pPr algn="r">
                <a:buSzPct val="25000"/>
              </a:pPr>
              <a:t>‹N°›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7CF47B-4765-D648-6C4F-DF2D6653E343}"/>
              </a:ext>
            </a:extLst>
          </p:cNvPr>
          <p:cNvSpPr/>
          <p:nvPr userDrawn="1"/>
        </p:nvSpPr>
        <p:spPr>
          <a:xfrm>
            <a:off x="0" y="757732"/>
            <a:ext cx="678335" cy="152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8755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 Tableau (SWOT..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38">
            <a:extLst>
              <a:ext uri="{FF2B5EF4-FFF2-40B4-BE49-F238E27FC236}">
                <a16:creationId xmlns:a16="http://schemas.microsoft.com/office/drawing/2014/main" id="{A3AD4A2F-31FF-4C4D-985D-B14C65FF12A8}"/>
              </a:ext>
            </a:extLst>
          </p:cNvPr>
          <p:cNvSpPr/>
          <p:nvPr userDrawn="1"/>
        </p:nvSpPr>
        <p:spPr>
          <a:xfrm>
            <a:off x="823388" y="3682147"/>
            <a:ext cx="5519046" cy="1601160"/>
          </a:xfrm>
          <a:prstGeom prst="rect">
            <a:avLst/>
          </a:prstGeom>
          <a:solidFill>
            <a:srgbClr val="002060"/>
          </a:solidFill>
          <a:ln w="28575" cap="flat" cmpd="sng">
            <a:noFill/>
            <a:prstDash val="solid"/>
            <a:miter/>
            <a:headEnd type="none" w="med" len="med"/>
            <a:tailEnd type="none" w="med" len="med"/>
          </a:ln>
          <a:effectLst/>
        </p:spPr>
        <p:txBody>
          <a:bodyPr lIns="112523" tIns="56246" rIns="112523" bIns="56246" anchor="ctr" anchorCtr="0">
            <a:noAutofit/>
          </a:bodyPr>
          <a:lstStyle/>
          <a:p>
            <a:pPr algn="ctr">
              <a:buClr>
                <a:schemeClr val="dk1"/>
              </a:buClr>
            </a:pPr>
            <a:endParaRPr sz="2462" b="1" dirty="0">
              <a:solidFill>
                <a:srgbClr val="FFFFFF"/>
              </a:solidFill>
            </a:endParaRPr>
          </a:p>
        </p:txBody>
      </p:sp>
      <p:sp>
        <p:nvSpPr>
          <p:cNvPr id="19" name="Flèche vers le bas 18">
            <a:extLst>
              <a:ext uri="{FF2B5EF4-FFF2-40B4-BE49-F238E27FC236}">
                <a16:creationId xmlns:a16="http://schemas.microsoft.com/office/drawing/2014/main" id="{2A25D1A3-EEA2-5441-ADBA-F809ADAAE82E}"/>
              </a:ext>
            </a:extLst>
          </p:cNvPr>
          <p:cNvSpPr/>
          <p:nvPr userDrawn="1"/>
        </p:nvSpPr>
        <p:spPr>
          <a:xfrm rot="10800000">
            <a:off x="201037" y="1990885"/>
            <a:ext cx="509942" cy="3292421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DA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21" name="Flèche vers le bas 20">
            <a:extLst>
              <a:ext uri="{FF2B5EF4-FFF2-40B4-BE49-F238E27FC236}">
                <a16:creationId xmlns:a16="http://schemas.microsoft.com/office/drawing/2014/main" id="{3B241D49-9E74-FA49-A7B4-AC2FAF65B47E}"/>
              </a:ext>
            </a:extLst>
          </p:cNvPr>
          <p:cNvSpPr/>
          <p:nvPr userDrawn="1"/>
        </p:nvSpPr>
        <p:spPr>
          <a:xfrm rot="16200000">
            <a:off x="6132854" y="69495"/>
            <a:ext cx="482576" cy="1110150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DA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723"/>
          </a:p>
        </p:txBody>
      </p:sp>
      <p:sp>
        <p:nvSpPr>
          <p:cNvPr id="34" name="Shape 438">
            <a:extLst>
              <a:ext uri="{FF2B5EF4-FFF2-40B4-BE49-F238E27FC236}">
                <a16:creationId xmlns:a16="http://schemas.microsoft.com/office/drawing/2014/main" id="{3C44F8EA-D6B7-9248-A662-19CF03EF22EB}"/>
              </a:ext>
            </a:extLst>
          </p:cNvPr>
          <p:cNvSpPr/>
          <p:nvPr userDrawn="1"/>
        </p:nvSpPr>
        <p:spPr>
          <a:xfrm>
            <a:off x="6425304" y="3682147"/>
            <a:ext cx="5519046" cy="1601160"/>
          </a:xfrm>
          <a:prstGeom prst="rect">
            <a:avLst/>
          </a:prstGeom>
          <a:solidFill>
            <a:srgbClr val="0C00FC"/>
          </a:solidFill>
          <a:ln w="28575" cap="flat" cmpd="sng">
            <a:noFill/>
            <a:prstDash val="solid"/>
            <a:miter/>
            <a:headEnd type="none" w="med" len="med"/>
            <a:tailEnd type="none" w="med" len="med"/>
          </a:ln>
          <a:effectLst/>
        </p:spPr>
        <p:txBody>
          <a:bodyPr lIns="112523" tIns="56246" rIns="112523" bIns="56246" anchor="ctr" anchorCtr="0">
            <a:noAutofit/>
          </a:bodyPr>
          <a:lstStyle/>
          <a:p>
            <a:pPr algn="ctr">
              <a:buClr>
                <a:schemeClr val="dk1"/>
              </a:buClr>
            </a:pPr>
            <a:endParaRPr sz="2462" b="1" dirty="0">
              <a:solidFill>
                <a:srgbClr val="FFFFFF"/>
              </a:solidFill>
            </a:endParaRPr>
          </a:p>
        </p:txBody>
      </p:sp>
      <p:sp>
        <p:nvSpPr>
          <p:cNvPr id="35" name="Shape 438">
            <a:extLst>
              <a:ext uri="{FF2B5EF4-FFF2-40B4-BE49-F238E27FC236}">
                <a16:creationId xmlns:a16="http://schemas.microsoft.com/office/drawing/2014/main" id="{28AA424B-F0FD-3541-AF40-60699ABEDC6E}"/>
              </a:ext>
            </a:extLst>
          </p:cNvPr>
          <p:cNvSpPr/>
          <p:nvPr userDrawn="1"/>
        </p:nvSpPr>
        <p:spPr>
          <a:xfrm>
            <a:off x="829870" y="1996436"/>
            <a:ext cx="5519046" cy="1601160"/>
          </a:xfrm>
          <a:prstGeom prst="rect">
            <a:avLst/>
          </a:prstGeom>
          <a:solidFill>
            <a:srgbClr val="002060"/>
          </a:solidFill>
          <a:ln w="28575" cap="flat" cmpd="sng">
            <a:noFill/>
            <a:prstDash val="solid"/>
            <a:miter/>
            <a:headEnd type="none" w="med" len="med"/>
            <a:tailEnd type="none" w="med" len="med"/>
          </a:ln>
          <a:effectLst/>
        </p:spPr>
        <p:txBody>
          <a:bodyPr lIns="112523" tIns="56246" rIns="112523" bIns="56246" anchor="ctr" anchorCtr="0">
            <a:noAutofit/>
          </a:bodyPr>
          <a:lstStyle/>
          <a:p>
            <a:pPr algn="ctr">
              <a:buClr>
                <a:schemeClr val="dk1"/>
              </a:buClr>
            </a:pPr>
            <a:endParaRPr sz="2462" b="1" dirty="0">
              <a:solidFill>
                <a:srgbClr val="FFFFFF"/>
              </a:solidFill>
            </a:endParaRPr>
          </a:p>
        </p:txBody>
      </p:sp>
      <p:sp>
        <p:nvSpPr>
          <p:cNvPr id="37" name="Espace réservé du texte 36">
            <a:extLst>
              <a:ext uri="{FF2B5EF4-FFF2-40B4-BE49-F238E27FC236}">
                <a16:creationId xmlns:a16="http://schemas.microsoft.com/office/drawing/2014/main" id="{1CC2F9AE-DE65-DE4A-AB1B-0234A78D3C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3936" y="2111803"/>
            <a:ext cx="3490913" cy="299168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8" name="Espace réservé du texte 36">
            <a:extLst>
              <a:ext uri="{FF2B5EF4-FFF2-40B4-BE49-F238E27FC236}">
                <a16:creationId xmlns:a16="http://schemas.microsoft.com/office/drawing/2014/main" id="{345C62FB-B5C2-E74E-A37A-3D9F900386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3500" y="2495522"/>
            <a:ext cx="5021178" cy="996690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39" name="Espace réservé du texte 36">
            <a:extLst>
              <a:ext uri="{FF2B5EF4-FFF2-40B4-BE49-F238E27FC236}">
                <a16:creationId xmlns:a16="http://schemas.microsoft.com/office/drawing/2014/main" id="{9A0FDE16-4ED9-A241-9557-AD3E30B28D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3618" y="3801392"/>
            <a:ext cx="3490913" cy="299168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0" name="Espace réservé du texte 36">
            <a:extLst>
              <a:ext uri="{FF2B5EF4-FFF2-40B4-BE49-F238E27FC236}">
                <a16:creationId xmlns:a16="http://schemas.microsoft.com/office/drawing/2014/main" id="{F29C228D-3863-0C4C-B1B2-FAAD4CF6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182" y="4185111"/>
            <a:ext cx="5021178" cy="996690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41" name="Espace réservé du texte 36">
            <a:extLst>
              <a:ext uri="{FF2B5EF4-FFF2-40B4-BE49-F238E27FC236}">
                <a16:creationId xmlns:a16="http://schemas.microsoft.com/office/drawing/2014/main" id="{FDB4961C-EE9D-9440-A16E-6947FD453B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6749" y="3796144"/>
            <a:ext cx="3490913" cy="299168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2" name="Espace réservé du texte 36">
            <a:extLst>
              <a:ext uri="{FF2B5EF4-FFF2-40B4-BE49-F238E27FC236}">
                <a16:creationId xmlns:a16="http://schemas.microsoft.com/office/drawing/2014/main" id="{54E3EB92-0F90-6440-9244-6277673502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56313" y="4179863"/>
            <a:ext cx="5021178" cy="996690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43" name="Shape 438">
            <a:extLst>
              <a:ext uri="{FF2B5EF4-FFF2-40B4-BE49-F238E27FC236}">
                <a16:creationId xmlns:a16="http://schemas.microsoft.com/office/drawing/2014/main" id="{82281728-4D0D-A146-BE1B-2C4F98D9E427}"/>
              </a:ext>
            </a:extLst>
          </p:cNvPr>
          <p:cNvSpPr/>
          <p:nvPr userDrawn="1"/>
        </p:nvSpPr>
        <p:spPr>
          <a:xfrm>
            <a:off x="6425304" y="1990886"/>
            <a:ext cx="5519046" cy="1601160"/>
          </a:xfrm>
          <a:prstGeom prst="rect">
            <a:avLst/>
          </a:prstGeom>
          <a:solidFill>
            <a:srgbClr val="0C00FC"/>
          </a:solidFill>
          <a:ln w="28575" cap="flat" cmpd="sng">
            <a:noFill/>
            <a:prstDash val="solid"/>
            <a:miter/>
            <a:headEnd type="none" w="med" len="med"/>
            <a:tailEnd type="none" w="med" len="med"/>
          </a:ln>
          <a:effectLst/>
        </p:spPr>
        <p:txBody>
          <a:bodyPr lIns="112523" tIns="56246" rIns="112523" bIns="56246" anchor="ctr" anchorCtr="0">
            <a:noAutofit/>
          </a:bodyPr>
          <a:lstStyle/>
          <a:p>
            <a:pPr algn="ctr">
              <a:buClr>
                <a:schemeClr val="dk1"/>
              </a:buClr>
            </a:pPr>
            <a:endParaRPr sz="2462" b="1" dirty="0">
              <a:solidFill>
                <a:srgbClr val="FFFFFF"/>
              </a:solidFill>
            </a:endParaRPr>
          </a:p>
        </p:txBody>
      </p:sp>
      <p:sp>
        <p:nvSpPr>
          <p:cNvPr id="44" name="Espace réservé du texte 36">
            <a:extLst>
              <a:ext uri="{FF2B5EF4-FFF2-40B4-BE49-F238E27FC236}">
                <a16:creationId xmlns:a16="http://schemas.microsoft.com/office/drawing/2014/main" id="{EDDB7D98-3718-2547-88AC-8543D2D7A0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39370" y="2106253"/>
            <a:ext cx="3490913" cy="299168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45" name="Espace réservé du texte 36">
            <a:extLst>
              <a:ext uri="{FF2B5EF4-FFF2-40B4-BE49-F238E27FC236}">
                <a16:creationId xmlns:a16="http://schemas.microsoft.com/office/drawing/2014/main" id="{ED898665-C34A-A649-BAAD-568CC0AB69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8934" y="2489972"/>
            <a:ext cx="5021178" cy="996690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Texte</a:t>
            </a:r>
          </a:p>
        </p:txBody>
      </p:sp>
      <p:sp>
        <p:nvSpPr>
          <p:cNvPr id="49" name="Espace réservé du texte 48">
            <a:extLst>
              <a:ext uri="{FF2B5EF4-FFF2-40B4-BE49-F238E27FC236}">
                <a16:creationId xmlns:a16="http://schemas.microsoft.com/office/drawing/2014/main" id="{3DFA2AED-DB38-184B-BAFA-EF18D7C44B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2143" y="5501688"/>
            <a:ext cx="8329613" cy="241300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1600" b="1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50" name="Espace réservé du texte 48">
            <a:extLst>
              <a:ext uri="{FF2B5EF4-FFF2-40B4-BE49-F238E27FC236}">
                <a16:creationId xmlns:a16="http://schemas.microsoft.com/office/drawing/2014/main" id="{9D029633-30B3-AE45-8EAF-4F7D9F7488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-875113" y="3614871"/>
            <a:ext cx="2654482" cy="241300"/>
          </a:xfrm>
          <a:prstGeom prst="rect">
            <a:avLst/>
          </a:prstGeom>
        </p:spPr>
        <p:txBody>
          <a:bodyPr anchor="ctr"/>
          <a:lstStyle>
            <a:lvl1pPr marL="203200" indent="0" algn="ctr">
              <a:buNone/>
              <a:defRPr sz="1600" b="1" i="0">
                <a:solidFill>
                  <a:srgbClr val="251E47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EE800517-CDB0-02A6-8D9F-44ADCAA9D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208007"/>
            <a:ext cx="10515600" cy="783768"/>
          </a:xfrm>
        </p:spPr>
        <p:txBody>
          <a:bodyPr/>
          <a:lstStyle>
            <a:lvl1pPr algn="l">
              <a:defRPr sz="3200" b="1">
                <a:solidFill>
                  <a:srgbClr val="0C00FC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pied de page 1">
            <a:extLst>
              <a:ext uri="{FF2B5EF4-FFF2-40B4-BE49-F238E27FC236}">
                <a16:creationId xmlns:a16="http://schemas.microsoft.com/office/drawing/2014/main" id="{F5F63638-918B-D433-6BB1-674B7E08D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 dirty="0"/>
              <a:t>Titre de l’intervention – nom de l’intervenant</a:t>
            </a:r>
          </a:p>
        </p:txBody>
      </p:sp>
      <p:pic>
        <p:nvPicPr>
          <p:cNvPr id="3" name="Image 2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5BE3E5D5-BEBB-9252-D32C-0BE4BE0E21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35"/>
          <a:stretch/>
        </p:blipFill>
        <p:spPr>
          <a:xfrm>
            <a:off x="347171" y="6136640"/>
            <a:ext cx="1993411" cy="721360"/>
          </a:xfrm>
          <a:prstGeom prst="rect">
            <a:avLst/>
          </a:prstGeom>
        </p:spPr>
      </p:pic>
      <p:sp>
        <p:nvSpPr>
          <p:cNvPr id="2" name="Shape 59">
            <a:extLst>
              <a:ext uri="{FF2B5EF4-FFF2-40B4-BE49-F238E27FC236}">
                <a16:creationId xmlns:a16="http://schemas.microsoft.com/office/drawing/2014/main" id="{23A0E049-9CBB-B9BA-0015-165C1121C7D6}"/>
              </a:ext>
            </a:extLst>
          </p:cNvPr>
          <p:cNvSpPr txBox="1">
            <a:spLocks/>
          </p:cNvSpPr>
          <p:nvPr userDrawn="1"/>
        </p:nvSpPr>
        <p:spPr>
          <a:xfrm>
            <a:off x="9858824" y="6362703"/>
            <a:ext cx="2167718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rgbClr val="0C00F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ct val="25000"/>
            </a:pPr>
            <a:fld id="{00000000-1234-1234-1234-123412341234}" type="slidenum">
              <a:rPr lang="fr-FR" smtClean="0"/>
              <a:pPr algn="r">
                <a:buSzPct val="25000"/>
              </a:pPr>
              <a:t>‹N°›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B2581-8A4E-474B-7773-87FCEFC68F97}"/>
              </a:ext>
            </a:extLst>
          </p:cNvPr>
          <p:cNvSpPr/>
          <p:nvPr userDrawn="1"/>
        </p:nvSpPr>
        <p:spPr>
          <a:xfrm>
            <a:off x="0" y="757732"/>
            <a:ext cx="678335" cy="152866"/>
          </a:xfrm>
          <a:prstGeom prst="rect">
            <a:avLst/>
          </a:prstGeom>
          <a:solidFill>
            <a:srgbClr val="FFD8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8470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3" name="Shape 59">
            <a:extLst>
              <a:ext uri="{FF2B5EF4-FFF2-40B4-BE49-F238E27FC236}">
                <a16:creationId xmlns:a16="http://schemas.microsoft.com/office/drawing/2014/main" id="{8EAFC45B-A780-697E-15D8-31481E139A61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9858824" y="6362703"/>
            <a:ext cx="2167718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>
            <a:lvl1pPr>
              <a:defRPr sz="1000" b="0">
                <a:solidFill>
                  <a:srgbClr val="0C00FC"/>
                </a:solidFill>
              </a:defRPr>
            </a:lvl1pPr>
          </a:lstStyle>
          <a:p>
            <a:pPr algn="r">
              <a:buSzPct val="25000"/>
            </a:pPr>
            <a:fld id="{00000000-1234-1234-1234-123412341234}" type="slidenum">
              <a:rPr lang="fr-FR" smtClean="0"/>
              <a:pPr algn="r">
                <a:buSzPct val="25000"/>
              </a:pPr>
              <a:t>‹N°›</a:t>
            </a:fld>
            <a:endParaRPr lang="fr-FR"/>
          </a:p>
        </p:txBody>
      </p:sp>
      <p:sp>
        <p:nvSpPr>
          <p:cNvPr id="4" name="Espace réservé du pied de page 1">
            <a:extLst>
              <a:ext uri="{FF2B5EF4-FFF2-40B4-BE49-F238E27FC236}">
                <a16:creationId xmlns:a16="http://schemas.microsoft.com/office/drawing/2014/main" id="{8D21D649-3E6B-7416-A45C-08FC97901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80" y="6362702"/>
            <a:ext cx="49341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C00FC"/>
                </a:solidFill>
              </a:defRPr>
            </a:lvl1pPr>
          </a:lstStyle>
          <a:p>
            <a:r>
              <a:rPr lang="fr-FR"/>
              <a:t>Titre de l’intervention – nom de l’intervenant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F97B1B8-21FA-CF8E-E3AF-6151632A6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17" r:id="rId2"/>
    <p:sldLayoutId id="2147483710" r:id="rId3"/>
    <p:sldLayoutId id="2147483712" r:id="rId4"/>
    <p:sldLayoutId id="2147483675" r:id="rId5"/>
    <p:sldLayoutId id="2147483718" r:id="rId6"/>
    <p:sldLayoutId id="2147483692" r:id="rId7"/>
    <p:sldLayoutId id="2147483693" r:id="rId8"/>
    <p:sldLayoutId id="2147483683" r:id="rId9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2060"/>
          </a:solidFill>
          <a:latin typeface="Century Gothic" panose="020B0502020202020204" pitchFamily="34" charset="0"/>
          <a:ea typeface="Century Gothic" panose="020B0502020202020204" pitchFamily="34" charset="0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40908-28E3-173E-B1A8-67E079DD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B01CBE-6734-CF6C-BF58-D4D0A1462D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37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BA4C53-9791-BE47-CFB1-6642EB97A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1D7DCB-FD88-14F5-80EC-70FC5BB1CF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37196FA-B674-7C17-8BAC-F2EBA9683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Titre de l’intervention – nom de l’intervenant - Date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3452349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ureau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d266d5-7cae-4a09-b3d6-9d1eff156c9f" xsi:nil="true"/>
    <lcf76f155ced4ddcb4097134ff3c332f xmlns="6ea379b8-4008-4ce5-9105-4301ee3949b3">
      <Terms xmlns="http://schemas.microsoft.com/office/infopath/2007/PartnerControls"/>
    </lcf76f155ced4ddcb4097134ff3c332f>
    <SharedWithUsers xmlns="84d266d5-7cae-4a09-b3d6-9d1eff156c9f">
      <UserInfo>
        <DisplayName>Jacques BALIAN</DisplayName>
        <AccountId>965</AccountId>
        <AccountType/>
      </UserInfo>
    </SharedWithUsers>
    <Commentaire xmlns="6ea379b8-4008-4ce5-9105-4301ee3949b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4A2671D886284BA05D24B40789FF57" ma:contentTypeVersion="19" ma:contentTypeDescription="Crée un document." ma:contentTypeScope="" ma:versionID="31e1473f076ffecf30726e247b3ff97c">
  <xsd:schema xmlns:xsd="http://www.w3.org/2001/XMLSchema" xmlns:xs="http://www.w3.org/2001/XMLSchema" xmlns:p="http://schemas.microsoft.com/office/2006/metadata/properties" xmlns:ns2="6ea379b8-4008-4ce5-9105-4301ee3949b3" xmlns:ns3="84d266d5-7cae-4a09-b3d6-9d1eff156c9f" targetNamespace="http://schemas.microsoft.com/office/2006/metadata/properties" ma:root="true" ma:fieldsID="8da1180661e5f7ea5ccfb6431a34ce05" ns2:_="" ns3:_="">
    <xsd:import namespace="6ea379b8-4008-4ce5-9105-4301ee3949b3"/>
    <xsd:import namespace="84d266d5-7cae-4a09-b3d6-9d1eff156c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Commentair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379b8-4008-4ce5-9105-4301ee3949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1ccbac6d-5edb-4570-b957-30a07bf259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aire" ma:index="26" nillable="true" ma:displayName="Commentaire" ma:format="Dropdown" ma:internalName="Commentair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d266d5-7cae-4a09-b3d6-9d1eff156c9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b49c92-de43-4fc5-99fe-2b0e897203c1}" ma:internalName="TaxCatchAll" ma:showField="CatchAllData" ma:web="84d266d5-7cae-4a09-b3d6-9d1eff156c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F977AA-2C4F-4514-88F5-D4C96E6640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51A729-9552-4D33-8A8E-C82E3D2B5A88}">
  <ds:schemaRefs>
    <ds:schemaRef ds:uri="6ea379b8-4008-4ce5-9105-4301ee3949b3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84d266d5-7cae-4a09-b3d6-9d1eff156c9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610496-F979-4F2E-BB81-9BC2B6B4FF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a379b8-4008-4ce5-9105-4301ee3949b3"/>
    <ds:schemaRef ds:uri="84d266d5-7cae-4a09-b3d6-9d1eff156c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70837</TotalTime>
  <Words>9</Words>
  <Application>Microsoft Macintosh PowerPoint</Application>
  <PresentationFormat>Grand écran</PresentationFormat>
  <Paragraphs>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Times New Roman</vt:lpstr>
      <vt:lpstr>Conception personnalisée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Contact</cp:lastModifiedBy>
  <cp:revision>333</cp:revision>
  <cp:lastPrinted>2023-09-28T08:39:20Z</cp:lastPrinted>
  <dcterms:modified xsi:type="dcterms:W3CDTF">2024-10-10T07:03:48Z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0x010100124A2671D886284BA05D24B40789FF57</vt:lpwstr>
  </property>
  <property fmtid="{D5CDD505-2E9C-101B-9397-08002B2CF9AE}" pid="3" name="MediaServiceImageTags">
    <vt:lpwstr/>
  </property>
</Properties>
</file>